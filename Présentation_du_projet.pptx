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5" r:id="rId1"/>
  </p:sldMasterIdLst>
  <p:sldIdLst>
    <p:sldId id="256" r:id="rId2"/>
    <p:sldId id="269" r:id="rId3"/>
    <p:sldId id="257" r:id="rId4"/>
    <p:sldId id="258" r:id="rId5"/>
    <p:sldId id="259" r:id="rId6"/>
    <p:sldId id="260" r:id="rId7"/>
    <p:sldId id="261" r:id="rId8"/>
    <p:sldId id="262" r:id="rId9"/>
    <p:sldId id="263" r:id="rId10"/>
    <p:sldId id="264" r:id="rId11"/>
    <p:sldId id="265" r:id="rId12"/>
    <p:sldId id="266" r:id="rId13"/>
    <p:sldId id="267" r:id="rId14"/>
    <p:sldId id="268" r:id="rId15"/>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21" autoAdjust="0"/>
    <p:restoredTop sz="94660"/>
  </p:normalViewPr>
  <p:slideViewPr>
    <p:cSldViewPr snapToGrid="0">
      <p:cViewPr varScale="1">
        <p:scale>
          <a:sx n="68" d="100"/>
          <a:sy n="68" d="100"/>
        </p:scale>
        <p:origin x="966"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5T14:45:33.587"/>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5T14:45:34.19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5T14:45:36.587"/>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5T14:40:36.418"/>
    </inkml:context>
    <inkml:brush xml:id="br0">
      <inkml:brushProperty name="width" value="0.035" units="cm"/>
      <inkml:brushProperty name="height" value="0.035" units="cm"/>
      <inkml:brushProperty name="color" value="#E71224"/>
    </inkml:brush>
  </inkml:definitions>
  <inkml:trace contextRef="#ctx0" brushRef="#br0">1 108 24575,'3'3'0,"0"-1"0,0 0 0,0 0 0,1 0 0,-1 0 0,1-1 0,0 0 0,-1 1 0,1-1 0,0-1 0,6 2 0,50 2 0,-40-3 0,27 0 0,0-2 0,0-2 0,50-9 0,137-38 0,-156 30 0,1 4 0,0 3 0,99-4 0,-76 16 0,209 4 0,-126 22 0,-103-13 0,62 11-52,220 23-1261,-336-45-5513</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5T14:40:38.558"/>
    </inkml:context>
    <inkml:brush xml:id="br0">
      <inkml:brushProperty name="width" value="0.035" units="cm"/>
      <inkml:brushProperty name="height" value="0.035" units="cm"/>
      <inkml:brushProperty name="color" value="#E71224"/>
    </inkml:brush>
  </inkml:definitions>
  <inkml:trace contextRef="#ctx0" brushRef="#br0">1 135 24575,'264'-2'0,"297"-40"0,-438 24 0,540-52 0,-264 68 67,-204 3-1499,-164-1-5394</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83D70-91AA-429A-BD57-1CB6792B30EE}"/>
              </a:ext>
            </a:extLst>
          </p:cNvPr>
          <p:cNvSpPr>
            <a:spLocks noGrp="1"/>
          </p:cNvSpPr>
          <p:nvPr>
            <p:ph type="ctrTitle"/>
          </p:nvPr>
        </p:nvSpPr>
        <p:spPr>
          <a:xfrm>
            <a:off x="1088136" y="1078030"/>
            <a:ext cx="9288096" cy="2956718"/>
          </a:xfrm>
        </p:spPr>
        <p:txBody>
          <a:bodyPr anchor="t">
            <a:noAutofit/>
          </a:bodyPr>
          <a:lstStyle>
            <a:lvl1pPr algn="l">
              <a:defRPr sz="6600" cap="all" baseline="0"/>
            </a:lvl1pPr>
          </a:lstStyle>
          <a:p>
            <a:r>
              <a:rPr lang="en-US" dirty="0"/>
              <a:t>Click to edit Master title style</a:t>
            </a:r>
          </a:p>
        </p:txBody>
      </p:sp>
      <p:sp>
        <p:nvSpPr>
          <p:cNvPr id="3" name="Subtitle 2">
            <a:extLst>
              <a:ext uri="{FF2B5EF4-FFF2-40B4-BE49-F238E27FC236}">
                <a16:creationId xmlns:a16="http://schemas.microsoft.com/office/drawing/2014/main" id="{F065D245-B564-481D-A323-F73C5BCA8461}"/>
              </a:ext>
            </a:extLst>
          </p:cNvPr>
          <p:cNvSpPr>
            <a:spLocks noGrp="1"/>
          </p:cNvSpPr>
          <p:nvPr>
            <p:ph type="subTitle" idx="1"/>
          </p:nvPr>
        </p:nvSpPr>
        <p:spPr>
          <a:xfrm>
            <a:off x="1088136" y="4455621"/>
            <a:ext cx="9288096" cy="1435331"/>
          </a:xfrm>
        </p:spPr>
        <p:txBody>
          <a:bodyPr>
            <a:normAutofit/>
          </a:bodyPr>
          <a:lstStyle>
            <a:lvl1pPr marL="0" indent="0" algn="l">
              <a:lnSpc>
                <a:spcPct val="120000"/>
              </a:lnSpc>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28E072EE-51B3-4C0C-A460-4684AB079301}"/>
              </a:ext>
            </a:extLst>
          </p:cNvPr>
          <p:cNvSpPr>
            <a:spLocks noGrp="1"/>
          </p:cNvSpPr>
          <p:nvPr>
            <p:ph type="dt" sz="half" idx="10"/>
          </p:nvPr>
        </p:nvSpPr>
        <p:spPr/>
        <p:txBody>
          <a:bodyPr/>
          <a:lstStyle/>
          <a:p>
            <a:fld id="{A1E45834-53BD-4C8F-B791-CD5378F4150E}" type="datetimeFigureOut">
              <a:rPr lang="en-US" smtClean="0"/>
              <a:t>1/5/2026</a:t>
            </a:fld>
            <a:endParaRPr lang="en-US"/>
          </a:p>
        </p:txBody>
      </p:sp>
      <p:sp>
        <p:nvSpPr>
          <p:cNvPr id="5" name="Footer Placeholder 4">
            <a:extLst>
              <a:ext uri="{FF2B5EF4-FFF2-40B4-BE49-F238E27FC236}">
                <a16:creationId xmlns:a16="http://schemas.microsoft.com/office/drawing/2014/main" id="{011422A5-3076-413B-84CB-ED3BA4171C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267C68-40D5-477E-9DBC-C28FD4B1142F}"/>
              </a:ext>
            </a:extLst>
          </p:cNvPr>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15613208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EE2F5-9D3C-4BE7-9AD5-335B31CF2CB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5F98C4F-4BF6-47CF-ABEE-2B12748C470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539070-70D2-4DD1-A439-155343FE262E}"/>
              </a:ext>
            </a:extLst>
          </p:cNvPr>
          <p:cNvSpPr>
            <a:spLocks noGrp="1"/>
          </p:cNvSpPr>
          <p:nvPr>
            <p:ph type="dt" sz="half" idx="10"/>
          </p:nvPr>
        </p:nvSpPr>
        <p:spPr/>
        <p:txBody>
          <a:bodyPr/>
          <a:lstStyle/>
          <a:p>
            <a:fld id="{A1E45834-53BD-4C8F-B791-CD5378F4150E}" type="datetimeFigureOut">
              <a:rPr lang="en-US" smtClean="0"/>
              <a:t>1/5/2026</a:t>
            </a:fld>
            <a:endParaRPr lang="en-US"/>
          </a:p>
        </p:txBody>
      </p:sp>
      <p:sp>
        <p:nvSpPr>
          <p:cNvPr id="5" name="Footer Placeholder 4">
            <a:extLst>
              <a:ext uri="{FF2B5EF4-FFF2-40B4-BE49-F238E27FC236}">
                <a16:creationId xmlns:a16="http://schemas.microsoft.com/office/drawing/2014/main" id="{6151AB30-CD74-471D-9FA6-ADC0C901E6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A137C4-F19E-4521-8DCB-4E0CF9CA3193}"/>
              </a:ext>
            </a:extLst>
          </p:cNvPr>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24881899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8007D-9B1D-4E2C-B38F-29C6820996DF}"/>
              </a:ext>
            </a:extLst>
          </p:cNvPr>
          <p:cNvSpPr>
            <a:spLocks noGrp="1"/>
          </p:cNvSpPr>
          <p:nvPr>
            <p:ph type="title"/>
          </p:nvPr>
        </p:nvSpPr>
        <p:spPr>
          <a:xfrm>
            <a:off x="1090940" y="1099127"/>
            <a:ext cx="9272260" cy="3472874"/>
          </a:xfrm>
        </p:spPr>
        <p:txBody>
          <a:bodyPr anchor="t">
            <a:normAutofit/>
          </a:bodyPr>
          <a:lstStyle>
            <a:lvl1pPr>
              <a:defRPr sz="40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960C51B-B525-4032-9D08-2978D7367BFF}"/>
              </a:ext>
            </a:extLst>
          </p:cNvPr>
          <p:cNvSpPr>
            <a:spLocks noGrp="1"/>
          </p:cNvSpPr>
          <p:nvPr>
            <p:ph type="body" idx="1"/>
          </p:nvPr>
        </p:nvSpPr>
        <p:spPr>
          <a:xfrm>
            <a:off x="1090939" y="4572000"/>
            <a:ext cx="9272262" cy="1320801"/>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3408851-4DCC-447C-828A-5F7E66F7623D}"/>
              </a:ext>
            </a:extLst>
          </p:cNvPr>
          <p:cNvSpPr>
            <a:spLocks noGrp="1"/>
          </p:cNvSpPr>
          <p:nvPr>
            <p:ph type="dt" sz="half" idx="10"/>
          </p:nvPr>
        </p:nvSpPr>
        <p:spPr/>
        <p:txBody>
          <a:bodyPr/>
          <a:lstStyle/>
          <a:p>
            <a:fld id="{A1E45834-53BD-4C8F-B791-CD5378F4150E}" type="datetimeFigureOut">
              <a:rPr lang="en-US" smtClean="0"/>
              <a:t>1/5/2026</a:t>
            </a:fld>
            <a:endParaRPr lang="en-US"/>
          </a:p>
        </p:txBody>
      </p:sp>
      <p:sp>
        <p:nvSpPr>
          <p:cNvPr id="5" name="Footer Placeholder 4">
            <a:extLst>
              <a:ext uri="{FF2B5EF4-FFF2-40B4-BE49-F238E27FC236}">
                <a16:creationId xmlns:a16="http://schemas.microsoft.com/office/drawing/2014/main" id="{4C094542-CAEF-4D6C-BE6A-BC100F0590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8BDE40-8468-4051-9703-B751608AAF9D}"/>
              </a:ext>
            </a:extLst>
          </p:cNvPr>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5798892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BF7AE-3892-4896-8C15-7A35A41EFD9C}"/>
              </a:ext>
            </a:extLst>
          </p:cNvPr>
          <p:cNvSpPr>
            <a:spLocks noGrp="1"/>
          </p:cNvSpPr>
          <p:nvPr>
            <p:ph type="title"/>
          </p:nvPr>
        </p:nvSpPr>
        <p:spPr>
          <a:xfrm>
            <a:off x="1088136" y="1088136"/>
            <a:ext cx="9890066" cy="1294228"/>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F2FD9A26-86F1-4817-B243-4DE63B4F182F}"/>
              </a:ext>
            </a:extLst>
          </p:cNvPr>
          <p:cNvSpPr>
            <a:spLocks noGrp="1"/>
          </p:cNvSpPr>
          <p:nvPr>
            <p:ph sz="half" idx="1"/>
          </p:nvPr>
        </p:nvSpPr>
        <p:spPr>
          <a:xfrm>
            <a:off x="1082185" y="2440568"/>
            <a:ext cx="4841505" cy="380128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D454BF9B-EA16-48C8-96B9-7A66051BE768}"/>
              </a:ext>
            </a:extLst>
          </p:cNvPr>
          <p:cNvSpPr>
            <a:spLocks noGrp="1"/>
          </p:cNvSpPr>
          <p:nvPr>
            <p:ph sz="half" idx="2"/>
          </p:nvPr>
        </p:nvSpPr>
        <p:spPr>
          <a:xfrm>
            <a:off x="6172200" y="2440568"/>
            <a:ext cx="4806002" cy="38012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16E2D9F-1FCE-4A1C-996E-DB05777A8994}"/>
              </a:ext>
            </a:extLst>
          </p:cNvPr>
          <p:cNvSpPr>
            <a:spLocks noGrp="1"/>
          </p:cNvSpPr>
          <p:nvPr>
            <p:ph type="dt" sz="half" idx="10"/>
          </p:nvPr>
        </p:nvSpPr>
        <p:spPr/>
        <p:txBody>
          <a:bodyPr/>
          <a:lstStyle/>
          <a:p>
            <a:fld id="{A1E45834-53BD-4C8F-B791-CD5378F4150E}" type="datetimeFigureOut">
              <a:rPr lang="en-US" smtClean="0"/>
              <a:t>1/5/2026</a:t>
            </a:fld>
            <a:endParaRPr lang="en-US"/>
          </a:p>
        </p:txBody>
      </p:sp>
      <p:sp>
        <p:nvSpPr>
          <p:cNvPr id="6" name="Footer Placeholder 5">
            <a:extLst>
              <a:ext uri="{FF2B5EF4-FFF2-40B4-BE49-F238E27FC236}">
                <a16:creationId xmlns:a16="http://schemas.microsoft.com/office/drawing/2014/main" id="{40629E05-3F6C-40BF-9324-118588B6CA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9BE013-C5C0-4CBD-982E-36F037F7366F}"/>
              </a:ext>
            </a:extLst>
          </p:cNvPr>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36153365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ED885-5FE5-4407-BE4D-FAD01C40A905}"/>
              </a:ext>
            </a:extLst>
          </p:cNvPr>
          <p:cNvSpPr>
            <a:spLocks noGrp="1"/>
          </p:cNvSpPr>
          <p:nvPr>
            <p:ph type="title"/>
          </p:nvPr>
        </p:nvSpPr>
        <p:spPr>
          <a:xfrm>
            <a:off x="1090940" y="1084333"/>
            <a:ext cx="9949455" cy="838856"/>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6E322A77-C134-4857-83E5-51217D3C29FB}"/>
              </a:ext>
            </a:extLst>
          </p:cNvPr>
          <p:cNvSpPr>
            <a:spLocks noGrp="1"/>
          </p:cNvSpPr>
          <p:nvPr>
            <p:ph type="body" idx="1"/>
          </p:nvPr>
        </p:nvSpPr>
        <p:spPr>
          <a:xfrm>
            <a:off x="1092088" y="1923190"/>
            <a:ext cx="4816475" cy="838856"/>
          </a:xfrm>
        </p:spPr>
        <p:txBody>
          <a:bodyPr anchor="b">
            <a:normAutofit/>
          </a:bodyPr>
          <a:lstStyle>
            <a:lvl1pPr marL="0" indent="0">
              <a:lnSpc>
                <a:spcPct val="100000"/>
              </a:lnSpc>
              <a:buNone/>
              <a:defRPr sz="2000" b="1"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9A4ECBFE-C62C-471B-BFE4-1272EAC3479D}"/>
              </a:ext>
            </a:extLst>
          </p:cNvPr>
          <p:cNvSpPr>
            <a:spLocks noGrp="1"/>
          </p:cNvSpPr>
          <p:nvPr>
            <p:ph sz="half" idx="2"/>
          </p:nvPr>
        </p:nvSpPr>
        <p:spPr>
          <a:xfrm>
            <a:off x="1092088" y="2825791"/>
            <a:ext cx="4816475" cy="336387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7710AFC6-F407-4F35-BD37-B32F9B4036D0}"/>
              </a:ext>
            </a:extLst>
          </p:cNvPr>
          <p:cNvSpPr>
            <a:spLocks noGrp="1"/>
          </p:cNvSpPr>
          <p:nvPr>
            <p:ph type="body" sz="quarter" idx="3"/>
          </p:nvPr>
        </p:nvSpPr>
        <p:spPr>
          <a:xfrm>
            <a:off x="6215482" y="1923190"/>
            <a:ext cx="4824913" cy="838856"/>
          </a:xfrm>
        </p:spPr>
        <p:txBody>
          <a:bodyPr anchor="b">
            <a:normAutofit/>
          </a:bodyPr>
          <a:lstStyle>
            <a:lvl1pPr marL="0" indent="0">
              <a:lnSpc>
                <a:spcPct val="100000"/>
              </a:lnSpc>
              <a:buNone/>
              <a:defRPr sz="2000" b="1"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58D60D5-0F83-46CB-92F3-849FC08E6E92}"/>
              </a:ext>
            </a:extLst>
          </p:cNvPr>
          <p:cNvSpPr>
            <a:spLocks noGrp="1"/>
          </p:cNvSpPr>
          <p:nvPr>
            <p:ph sz="quarter" idx="4"/>
          </p:nvPr>
        </p:nvSpPr>
        <p:spPr>
          <a:xfrm>
            <a:off x="6215482" y="2825791"/>
            <a:ext cx="4824913" cy="33638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A5AE694-5CA0-48DA-90D3-EC42BD1D86C1}"/>
              </a:ext>
            </a:extLst>
          </p:cNvPr>
          <p:cNvSpPr>
            <a:spLocks noGrp="1"/>
          </p:cNvSpPr>
          <p:nvPr>
            <p:ph type="dt" sz="half" idx="10"/>
          </p:nvPr>
        </p:nvSpPr>
        <p:spPr/>
        <p:txBody>
          <a:bodyPr/>
          <a:lstStyle/>
          <a:p>
            <a:fld id="{A1E45834-53BD-4C8F-B791-CD5378F4150E}" type="datetimeFigureOut">
              <a:rPr lang="en-US" smtClean="0"/>
              <a:t>1/5/2026</a:t>
            </a:fld>
            <a:endParaRPr lang="en-US"/>
          </a:p>
        </p:txBody>
      </p:sp>
      <p:sp>
        <p:nvSpPr>
          <p:cNvPr id="8" name="Footer Placeholder 7">
            <a:extLst>
              <a:ext uri="{FF2B5EF4-FFF2-40B4-BE49-F238E27FC236}">
                <a16:creationId xmlns:a16="http://schemas.microsoft.com/office/drawing/2014/main" id="{F340A80D-4CCB-4899-9E1D-A5967F4E649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F753A9D-469A-4ED9-99A1-7E4B115F8933}"/>
              </a:ext>
            </a:extLst>
          </p:cNvPr>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25023100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7C91E-0A11-4E5D-9B8D-5316E73A2D58}"/>
              </a:ext>
            </a:extLst>
          </p:cNvPr>
          <p:cNvSpPr>
            <a:spLocks noGrp="1"/>
          </p:cNvSpPr>
          <p:nvPr>
            <p:ph type="title"/>
          </p:nvPr>
        </p:nvSpPr>
        <p:spPr/>
        <p:txBody>
          <a:bodyPr/>
          <a:lstStyle>
            <a:lvl1pPr>
              <a:defRPr cap="all" baseline="0"/>
            </a:lvl1pPr>
          </a:lstStyle>
          <a:p>
            <a:r>
              <a:rPr lang="en-US" dirty="0"/>
              <a:t>Click to edit Master title style</a:t>
            </a:r>
          </a:p>
        </p:txBody>
      </p:sp>
      <p:sp>
        <p:nvSpPr>
          <p:cNvPr id="3" name="Date Placeholder 2">
            <a:extLst>
              <a:ext uri="{FF2B5EF4-FFF2-40B4-BE49-F238E27FC236}">
                <a16:creationId xmlns:a16="http://schemas.microsoft.com/office/drawing/2014/main" id="{A1B8A8D1-71AD-4F9F-B393-9EED83FEF003}"/>
              </a:ext>
            </a:extLst>
          </p:cNvPr>
          <p:cNvSpPr>
            <a:spLocks noGrp="1"/>
          </p:cNvSpPr>
          <p:nvPr>
            <p:ph type="dt" sz="half" idx="10"/>
          </p:nvPr>
        </p:nvSpPr>
        <p:spPr/>
        <p:txBody>
          <a:bodyPr/>
          <a:lstStyle/>
          <a:p>
            <a:fld id="{A1E45834-53BD-4C8F-B791-CD5378F4150E}" type="datetimeFigureOut">
              <a:rPr lang="en-US" smtClean="0"/>
              <a:t>1/5/2026</a:t>
            </a:fld>
            <a:endParaRPr lang="en-US"/>
          </a:p>
        </p:txBody>
      </p:sp>
      <p:sp>
        <p:nvSpPr>
          <p:cNvPr id="4" name="Footer Placeholder 3">
            <a:extLst>
              <a:ext uri="{FF2B5EF4-FFF2-40B4-BE49-F238E27FC236}">
                <a16:creationId xmlns:a16="http://schemas.microsoft.com/office/drawing/2014/main" id="{D7E36922-9A4C-453D-9B70-0C3A70281C0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F5AAEF2-65DC-4E28-9AA4-5115ACB074CC}"/>
              </a:ext>
            </a:extLst>
          </p:cNvPr>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17419802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448B02B-A32A-4383-BBC7-0C383390A96F}"/>
              </a:ext>
            </a:extLst>
          </p:cNvPr>
          <p:cNvSpPr>
            <a:spLocks noGrp="1"/>
          </p:cNvSpPr>
          <p:nvPr>
            <p:ph type="dt" sz="half" idx="10"/>
          </p:nvPr>
        </p:nvSpPr>
        <p:spPr/>
        <p:txBody>
          <a:bodyPr/>
          <a:lstStyle/>
          <a:p>
            <a:fld id="{A1E45834-53BD-4C8F-B791-CD5378F4150E}" type="datetimeFigureOut">
              <a:rPr lang="en-US" smtClean="0"/>
              <a:t>1/5/2026</a:t>
            </a:fld>
            <a:endParaRPr lang="en-US"/>
          </a:p>
        </p:txBody>
      </p:sp>
      <p:sp>
        <p:nvSpPr>
          <p:cNvPr id="3" name="Footer Placeholder 2">
            <a:extLst>
              <a:ext uri="{FF2B5EF4-FFF2-40B4-BE49-F238E27FC236}">
                <a16:creationId xmlns:a16="http://schemas.microsoft.com/office/drawing/2014/main" id="{FCFF7E77-47E0-4F9E-9148-8D0C59C0CFC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98005A2-ECF0-4759-A17B-FDECE80683F4}"/>
              </a:ext>
            </a:extLst>
          </p:cNvPr>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10521145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1DD4B-5676-477E-8C52-4C1CF160FCDE}"/>
              </a:ext>
            </a:extLst>
          </p:cNvPr>
          <p:cNvSpPr>
            <a:spLocks noGrp="1"/>
          </p:cNvSpPr>
          <p:nvPr>
            <p:ph type="title"/>
          </p:nvPr>
        </p:nvSpPr>
        <p:spPr>
          <a:xfrm>
            <a:off x="1090940" y="1094448"/>
            <a:ext cx="3785860" cy="1554362"/>
          </a:xfrm>
        </p:spPr>
        <p:txBody>
          <a:bodyPr anchor="t">
            <a:normAutofit/>
          </a:bodyPr>
          <a:lstStyle>
            <a:lvl1pPr>
              <a:defRPr sz="2800" cap="all" baseline="0"/>
            </a:lvl1pPr>
          </a:lstStyle>
          <a:p>
            <a:r>
              <a:rPr lang="en-US" dirty="0"/>
              <a:t>Click to edit Master title style</a:t>
            </a:r>
          </a:p>
        </p:txBody>
      </p:sp>
      <p:sp>
        <p:nvSpPr>
          <p:cNvPr id="3" name="Content Placeholder 2">
            <a:extLst>
              <a:ext uri="{FF2B5EF4-FFF2-40B4-BE49-F238E27FC236}">
                <a16:creationId xmlns:a16="http://schemas.microsoft.com/office/drawing/2014/main" id="{4B5A3E63-EB15-4D82-BF2B-36BB030C430D}"/>
              </a:ext>
            </a:extLst>
          </p:cNvPr>
          <p:cNvSpPr>
            <a:spLocks noGrp="1"/>
          </p:cNvSpPr>
          <p:nvPr>
            <p:ph idx="1"/>
          </p:nvPr>
        </p:nvSpPr>
        <p:spPr>
          <a:xfrm>
            <a:off x="5524500" y="922689"/>
            <a:ext cx="5486002"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7CBE994E-BAB7-43DC-A0E4-C779CF2A33D5}"/>
              </a:ext>
            </a:extLst>
          </p:cNvPr>
          <p:cNvSpPr>
            <a:spLocks noGrp="1"/>
          </p:cNvSpPr>
          <p:nvPr>
            <p:ph type="body" sz="half" idx="2"/>
          </p:nvPr>
        </p:nvSpPr>
        <p:spPr>
          <a:xfrm>
            <a:off x="1090940" y="2701254"/>
            <a:ext cx="3785860" cy="3167733"/>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DEFAAA-1B70-42AA-ADCC-F49B58132654}"/>
              </a:ext>
            </a:extLst>
          </p:cNvPr>
          <p:cNvSpPr>
            <a:spLocks noGrp="1"/>
          </p:cNvSpPr>
          <p:nvPr>
            <p:ph type="dt" sz="half" idx="10"/>
          </p:nvPr>
        </p:nvSpPr>
        <p:spPr/>
        <p:txBody>
          <a:bodyPr/>
          <a:lstStyle/>
          <a:p>
            <a:fld id="{A1E45834-53BD-4C8F-B791-CD5378F4150E}" type="datetimeFigureOut">
              <a:rPr lang="en-US" smtClean="0"/>
              <a:t>1/5/2026</a:t>
            </a:fld>
            <a:endParaRPr lang="en-US"/>
          </a:p>
        </p:txBody>
      </p:sp>
      <p:sp>
        <p:nvSpPr>
          <p:cNvPr id="6" name="Footer Placeholder 5">
            <a:extLst>
              <a:ext uri="{FF2B5EF4-FFF2-40B4-BE49-F238E27FC236}">
                <a16:creationId xmlns:a16="http://schemas.microsoft.com/office/drawing/2014/main" id="{E4C7B6CC-1C13-4F34-AC86-CCD442C8C3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9F1B638-9061-41AD-AF47-73A4AF8B781A}"/>
              </a:ext>
            </a:extLst>
          </p:cNvPr>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23115719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F3C43-1676-4A29-83F9-D788ED2E71E9}"/>
              </a:ext>
            </a:extLst>
          </p:cNvPr>
          <p:cNvSpPr>
            <a:spLocks noGrp="1"/>
          </p:cNvSpPr>
          <p:nvPr>
            <p:ph type="title"/>
          </p:nvPr>
        </p:nvSpPr>
        <p:spPr>
          <a:xfrm>
            <a:off x="1090940" y="1097280"/>
            <a:ext cx="3785860" cy="1559740"/>
          </a:xfrm>
        </p:spPr>
        <p:txBody>
          <a:bodyPr anchor="t">
            <a:normAutofit/>
          </a:bodyPr>
          <a:lstStyle>
            <a:lvl1pPr>
              <a:defRPr sz="2800" cap="all" baseline="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5214A903-97C7-4349-B8CE-1BBED1942E3B}"/>
              </a:ext>
            </a:extLst>
          </p:cNvPr>
          <p:cNvSpPr>
            <a:spLocks noGrp="1"/>
          </p:cNvSpPr>
          <p:nvPr>
            <p:ph type="pic" idx="1"/>
          </p:nvPr>
        </p:nvSpPr>
        <p:spPr>
          <a:xfrm>
            <a:off x="5524500" y="1143000"/>
            <a:ext cx="5486400" cy="4572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BF0A9F58-4AEB-4286-98F7-3C77AA913BE8}"/>
              </a:ext>
            </a:extLst>
          </p:cNvPr>
          <p:cNvSpPr>
            <a:spLocks noGrp="1"/>
          </p:cNvSpPr>
          <p:nvPr>
            <p:ph type="body" sz="half" idx="2"/>
          </p:nvPr>
        </p:nvSpPr>
        <p:spPr>
          <a:xfrm>
            <a:off x="1090940" y="2697480"/>
            <a:ext cx="3785860" cy="309342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4F55A58-F085-4500-AF61-045B12C8F41E}"/>
              </a:ext>
            </a:extLst>
          </p:cNvPr>
          <p:cNvSpPr>
            <a:spLocks noGrp="1"/>
          </p:cNvSpPr>
          <p:nvPr>
            <p:ph type="dt" sz="half" idx="10"/>
          </p:nvPr>
        </p:nvSpPr>
        <p:spPr/>
        <p:txBody>
          <a:bodyPr/>
          <a:lstStyle/>
          <a:p>
            <a:fld id="{A1E45834-53BD-4C8F-B791-CD5378F4150E}" type="datetimeFigureOut">
              <a:rPr lang="en-US" smtClean="0"/>
              <a:t>1/5/2026</a:t>
            </a:fld>
            <a:endParaRPr lang="en-US"/>
          </a:p>
        </p:txBody>
      </p:sp>
      <p:sp>
        <p:nvSpPr>
          <p:cNvPr id="6" name="Footer Placeholder 5">
            <a:extLst>
              <a:ext uri="{FF2B5EF4-FFF2-40B4-BE49-F238E27FC236}">
                <a16:creationId xmlns:a16="http://schemas.microsoft.com/office/drawing/2014/main" id="{E9936470-561D-49AE-AC84-B79D483FDA7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EEF2BE2-DF21-4683-9D5F-849A525FD5C4}"/>
              </a:ext>
            </a:extLst>
          </p:cNvPr>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24958323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6C900-05BC-4021-B69F-2DAF974B7EF6}"/>
              </a:ext>
            </a:extLst>
          </p:cNvPr>
          <p:cNvSpPr>
            <a:spLocks noGrp="1"/>
          </p:cNvSpPr>
          <p:nvPr>
            <p:ph type="title"/>
          </p:nvPr>
        </p:nvSpPr>
        <p:spPr/>
        <p:txBody>
          <a:bodyPr/>
          <a:lstStyle/>
          <a:p>
            <a:r>
              <a:rPr lang="en-US" dirty="0"/>
              <a:t>Click to edit Master title style</a:t>
            </a:r>
          </a:p>
        </p:txBody>
      </p:sp>
      <p:sp>
        <p:nvSpPr>
          <p:cNvPr id="3" name="Vertical Text Placeholder 2">
            <a:extLst>
              <a:ext uri="{FF2B5EF4-FFF2-40B4-BE49-F238E27FC236}">
                <a16:creationId xmlns:a16="http://schemas.microsoft.com/office/drawing/2014/main" id="{3F26E227-253A-44A0-9404-1CFD8CE419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FF5A02-0FC4-41C8-A13C-4C929B28846B}"/>
              </a:ext>
            </a:extLst>
          </p:cNvPr>
          <p:cNvSpPr>
            <a:spLocks noGrp="1"/>
          </p:cNvSpPr>
          <p:nvPr>
            <p:ph type="dt" sz="half" idx="10"/>
          </p:nvPr>
        </p:nvSpPr>
        <p:spPr/>
        <p:txBody>
          <a:bodyPr/>
          <a:lstStyle/>
          <a:p>
            <a:fld id="{A1E45834-53BD-4C8F-B791-CD5378F4150E}" type="datetimeFigureOut">
              <a:rPr lang="en-US" smtClean="0"/>
              <a:t>1/5/2026</a:t>
            </a:fld>
            <a:endParaRPr lang="en-US"/>
          </a:p>
        </p:txBody>
      </p:sp>
      <p:sp>
        <p:nvSpPr>
          <p:cNvPr id="5" name="Footer Placeholder 4">
            <a:extLst>
              <a:ext uri="{FF2B5EF4-FFF2-40B4-BE49-F238E27FC236}">
                <a16:creationId xmlns:a16="http://schemas.microsoft.com/office/drawing/2014/main" id="{80459378-C430-49DB-B2D6-E32FBBCD4A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B9D57D-CB8E-4E67-AE2D-2790E2AA60CB}"/>
              </a:ext>
            </a:extLst>
          </p:cNvPr>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12939498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82CF945-D70F-49C1-8CE5-5758C1166014}"/>
              </a:ext>
            </a:extLst>
          </p:cNvPr>
          <p:cNvSpPr>
            <a:spLocks noGrp="1"/>
          </p:cNvSpPr>
          <p:nvPr>
            <p:ph type="title" orient="vert"/>
          </p:nvPr>
        </p:nvSpPr>
        <p:spPr>
          <a:xfrm>
            <a:off x="9182100" y="1091381"/>
            <a:ext cx="2171700" cy="4953369"/>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C2FDB721-04AA-4330-8045-3F2D9BB4BC66}"/>
              </a:ext>
            </a:extLst>
          </p:cNvPr>
          <p:cNvSpPr>
            <a:spLocks noGrp="1"/>
          </p:cNvSpPr>
          <p:nvPr>
            <p:ph type="body" orient="vert" idx="1"/>
          </p:nvPr>
        </p:nvSpPr>
        <p:spPr>
          <a:xfrm>
            <a:off x="838200" y="1091381"/>
            <a:ext cx="8265340" cy="4953369"/>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F418C15-991C-4C71-8DCD-DB3B3888831F}"/>
              </a:ext>
            </a:extLst>
          </p:cNvPr>
          <p:cNvSpPr>
            <a:spLocks noGrp="1"/>
          </p:cNvSpPr>
          <p:nvPr>
            <p:ph type="dt" sz="half" idx="10"/>
          </p:nvPr>
        </p:nvSpPr>
        <p:spPr/>
        <p:txBody>
          <a:bodyPr/>
          <a:lstStyle/>
          <a:p>
            <a:fld id="{A1E45834-53BD-4C8F-B791-CD5378F4150E}" type="datetimeFigureOut">
              <a:rPr lang="en-US" smtClean="0"/>
              <a:t>1/5/2026</a:t>
            </a:fld>
            <a:endParaRPr lang="en-US"/>
          </a:p>
        </p:txBody>
      </p:sp>
      <p:sp>
        <p:nvSpPr>
          <p:cNvPr id="5" name="Footer Placeholder 4">
            <a:extLst>
              <a:ext uri="{FF2B5EF4-FFF2-40B4-BE49-F238E27FC236}">
                <a16:creationId xmlns:a16="http://schemas.microsoft.com/office/drawing/2014/main" id="{F7728CC3-5830-4EFA-B28E-1648904DE1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DA91B6-E419-4483-9B66-3C758788BC48}"/>
              </a:ext>
            </a:extLst>
          </p:cNvPr>
          <p:cNvSpPr>
            <a:spLocks noGrp="1"/>
          </p:cNvSpPr>
          <p:nvPr>
            <p:ph type="sldNum" sz="quarter" idx="12"/>
          </p:nvPr>
        </p:nvSpPr>
        <p:spPr/>
        <p:txBody>
          <a:bodyPr/>
          <a:lstStyle/>
          <a:p>
            <a:fld id="{719D7796-F675-488F-AC46-C88938C80352}" type="slidenum">
              <a:rPr lang="en-US" smtClean="0"/>
              <a:t>‹N°›</a:t>
            </a:fld>
            <a:endParaRPr lang="en-US"/>
          </a:p>
        </p:txBody>
      </p:sp>
      <p:cxnSp>
        <p:nvCxnSpPr>
          <p:cNvPr id="7" name="Straight Connector 6">
            <a:extLst>
              <a:ext uri="{FF2B5EF4-FFF2-40B4-BE49-F238E27FC236}">
                <a16:creationId xmlns:a16="http://schemas.microsoft.com/office/drawing/2014/main" id="{DE447C6A-78C3-4687-9A71-A05DBF6700DE}"/>
              </a:ext>
            </a:extLst>
          </p:cNvPr>
          <p:cNvCxnSpPr>
            <a:cxnSpLocks/>
          </p:cNvCxnSpPr>
          <p:nvPr/>
        </p:nvCxnSpPr>
        <p:spPr>
          <a:xfrm>
            <a:off x="11387805" y="1185205"/>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650595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E4438DC-3CEE-4170-9B1C-BAC05CD8C3B5}"/>
              </a:ext>
            </a:extLst>
          </p:cNvPr>
          <p:cNvSpPr>
            <a:spLocks noGrp="1"/>
          </p:cNvSpPr>
          <p:nvPr>
            <p:ph type="title"/>
          </p:nvPr>
        </p:nvSpPr>
        <p:spPr>
          <a:xfrm>
            <a:off x="1088136" y="1090245"/>
            <a:ext cx="9922764" cy="1294228"/>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47C19D24-DCBE-47F9-8B85-8A118B02B3C9}"/>
              </a:ext>
            </a:extLst>
          </p:cNvPr>
          <p:cNvSpPr>
            <a:spLocks noGrp="1"/>
          </p:cNvSpPr>
          <p:nvPr>
            <p:ph type="body" idx="1"/>
          </p:nvPr>
        </p:nvSpPr>
        <p:spPr>
          <a:xfrm>
            <a:off x="1088136" y="2447778"/>
            <a:ext cx="9922764" cy="383872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34F5788-BDCE-49E2-80AE-31C739C6A0CE}"/>
              </a:ext>
            </a:extLst>
          </p:cNvPr>
          <p:cNvSpPr>
            <a:spLocks noGrp="1"/>
          </p:cNvSpPr>
          <p:nvPr>
            <p:ph type="dt" sz="half" idx="2"/>
          </p:nvPr>
        </p:nvSpPr>
        <p:spPr>
          <a:xfrm>
            <a:off x="7315200" y="6389688"/>
            <a:ext cx="3695302" cy="365125"/>
          </a:xfrm>
          <a:prstGeom prst="rect">
            <a:avLst/>
          </a:prstGeom>
        </p:spPr>
        <p:txBody>
          <a:bodyPr vert="horz" lIns="91440" tIns="45720" rIns="91440" bIns="45720" rtlCol="0" anchor="ctr"/>
          <a:lstStyle>
            <a:lvl1pPr algn="l">
              <a:defRPr sz="900">
                <a:solidFill>
                  <a:schemeClr val="tx1"/>
                </a:solidFill>
              </a:defRPr>
            </a:lvl1pPr>
          </a:lstStyle>
          <a:p>
            <a:fld id="{A1E45834-53BD-4C8F-B791-CD5378F4150E}" type="datetimeFigureOut">
              <a:rPr lang="en-US" smtClean="0"/>
              <a:t>1/5/2026</a:t>
            </a:fld>
            <a:endParaRPr lang="en-US"/>
          </a:p>
        </p:txBody>
      </p:sp>
      <p:sp>
        <p:nvSpPr>
          <p:cNvPr id="5" name="Footer Placeholder 4">
            <a:extLst>
              <a:ext uri="{FF2B5EF4-FFF2-40B4-BE49-F238E27FC236}">
                <a16:creationId xmlns:a16="http://schemas.microsoft.com/office/drawing/2014/main" id="{FD1D5844-8163-4D82-BEFC-BC2D8D511B7E}"/>
              </a:ext>
            </a:extLst>
          </p:cNvPr>
          <p:cNvSpPr>
            <a:spLocks noGrp="1"/>
          </p:cNvSpPr>
          <p:nvPr>
            <p:ph type="ftr" sz="quarter" idx="3"/>
          </p:nvPr>
        </p:nvSpPr>
        <p:spPr>
          <a:xfrm>
            <a:off x="1090940" y="6389688"/>
            <a:ext cx="4433560" cy="365125"/>
          </a:xfrm>
          <a:prstGeom prst="rect">
            <a:avLst/>
          </a:prstGeom>
        </p:spPr>
        <p:txBody>
          <a:bodyPr vert="horz" lIns="91440" tIns="45720" rIns="91440" bIns="45720" rtlCol="0" anchor="ctr"/>
          <a:lstStyle>
            <a:lvl1pPr algn="l">
              <a:defRPr sz="90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22698A50-C435-4220-82C6-C8D62A7C9EB0}"/>
              </a:ext>
            </a:extLst>
          </p:cNvPr>
          <p:cNvSpPr>
            <a:spLocks noGrp="1"/>
          </p:cNvSpPr>
          <p:nvPr>
            <p:ph type="sldNum" sz="quarter" idx="4"/>
          </p:nvPr>
        </p:nvSpPr>
        <p:spPr>
          <a:xfrm>
            <a:off x="10983190" y="6389688"/>
            <a:ext cx="940296" cy="365125"/>
          </a:xfrm>
          <a:prstGeom prst="rect">
            <a:avLst/>
          </a:prstGeom>
        </p:spPr>
        <p:txBody>
          <a:bodyPr vert="horz" lIns="91440" tIns="45720" rIns="91440" bIns="45720" rtlCol="0" anchor="ctr"/>
          <a:lstStyle>
            <a:lvl1pPr algn="r">
              <a:defRPr sz="900">
                <a:solidFill>
                  <a:schemeClr val="tx1"/>
                </a:solidFill>
              </a:defRPr>
            </a:lvl1pPr>
          </a:lstStyle>
          <a:p>
            <a:fld id="{719D7796-F675-488F-AC46-C88938C80352}" type="slidenum">
              <a:rPr lang="en-US" smtClean="0"/>
              <a:t>‹N°›</a:t>
            </a:fld>
            <a:endParaRPr lang="en-US"/>
          </a:p>
        </p:txBody>
      </p:sp>
      <p:cxnSp>
        <p:nvCxnSpPr>
          <p:cNvPr id="28" name="Straight Connector 27">
            <a:extLst>
              <a:ext uri="{FF2B5EF4-FFF2-40B4-BE49-F238E27FC236}">
                <a16:creationId xmlns:a16="http://schemas.microsoft.com/office/drawing/2014/main" id="{D8689CE0-64D2-447C-9C1F-872D111D8AC3}"/>
              </a:ext>
            </a:extLst>
          </p:cNvPr>
          <p:cNvCxnSpPr>
            <a:cxnSpLocks/>
          </p:cNvCxnSpPr>
          <p:nvPr/>
        </p:nvCxnSpPr>
        <p:spPr>
          <a:xfrm>
            <a:off x="0" y="1185205"/>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04215190"/>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18" r:id="rId6"/>
    <p:sldLayoutId id="2147483714" r:id="rId7"/>
    <p:sldLayoutId id="2147483715" r:id="rId8"/>
    <p:sldLayoutId id="2147483716" r:id="rId9"/>
    <p:sldLayoutId id="2147483717" r:id="rId10"/>
    <p:sldLayoutId id="2147483719" r:id="rId11"/>
  </p:sldLayoutIdLst>
  <p:txStyles>
    <p:titleStyle>
      <a:lvl1pPr algn="l" defTabSz="914400" rtl="0" eaLnBrk="1" latinLnBrk="0" hangingPunct="1">
        <a:lnSpc>
          <a:spcPct val="85000"/>
        </a:lnSpc>
        <a:spcBef>
          <a:spcPct val="0"/>
        </a:spcBef>
        <a:buNone/>
        <a:defRPr sz="4400" b="1" kern="1200" cap="none" baseline="0">
          <a:solidFill>
            <a:schemeClr val="tx1"/>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Neue Haas Grotesk Text Pro" panose="020B0504020202020204" pitchFamily="34" charset="0"/>
        <a:buChar char="-"/>
        <a:defRPr sz="1800" kern="1200">
          <a:solidFill>
            <a:schemeClr val="tx1"/>
          </a:solidFill>
          <a:latin typeface="+mn-lt"/>
          <a:ea typeface="+mn-ea"/>
          <a:cs typeface="+mn-cs"/>
        </a:defRPr>
      </a:lvl1pPr>
      <a:lvl2pPr marL="502920" indent="-228600" algn="l" defTabSz="914400" rtl="0" eaLnBrk="1" latinLnBrk="0" hangingPunct="1">
        <a:lnSpc>
          <a:spcPct val="130000"/>
        </a:lnSpc>
        <a:spcBef>
          <a:spcPts val="500"/>
        </a:spcBef>
        <a:buFont typeface="Neue Haas Grotesk Text Pro" panose="020B05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30000"/>
        </a:lnSpc>
        <a:spcBef>
          <a:spcPts val="500"/>
        </a:spcBef>
        <a:buFont typeface="Neue Haas Grotesk Text Pro" panose="020B0504020202020204" pitchFamily="34" charset="0"/>
        <a:buChar char="-"/>
        <a:defRPr sz="1600" kern="1200">
          <a:solidFill>
            <a:schemeClr val="tx1"/>
          </a:solidFill>
          <a:latin typeface="+mn-lt"/>
          <a:ea typeface="+mn-ea"/>
          <a:cs typeface="+mn-cs"/>
        </a:defRPr>
      </a:lvl3pPr>
      <a:lvl4pPr marL="1005840" indent="-228600" algn="l" defTabSz="914400" rtl="0" eaLnBrk="1" latinLnBrk="0" hangingPunct="1">
        <a:lnSpc>
          <a:spcPct val="130000"/>
        </a:lnSpc>
        <a:spcBef>
          <a:spcPts val="500"/>
        </a:spcBef>
        <a:buFont typeface="Neue Haas Grotesk Text Pro" panose="020B0504020202020204" pitchFamily="34" charset="0"/>
        <a:buChar char="-"/>
        <a:defRPr sz="1400" kern="1200">
          <a:solidFill>
            <a:schemeClr val="tx1"/>
          </a:solidFill>
          <a:latin typeface="+mn-lt"/>
          <a:ea typeface="+mn-ea"/>
          <a:cs typeface="+mn-cs"/>
        </a:defRPr>
      </a:lvl4pPr>
      <a:lvl5pPr marL="1280160" indent="-228600" algn="l" defTabSz="914400" rtl="0" eaLnBrk="1" latinLnBrk="0" hangingPunct="1">
        <a:lnSpc>
          <a:spcPct val="130000"/>
        </a:lnSpc>
        <a:spcBef>
          <a:spcPts val="500"/>
        </a:spcBef>
        <a:buFont typeface="Neue Haas Grotesk Text Pro" panose="020B05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15.gif"/><Relationship Id="rId1" Type="http://schemas.openxmlformats.org/officeDocument/2006/relationships/slideLayout" Target="../slideLayouts/slideLayout2.xml"/><Relationship Id="rId6" Type="http://schemas.openxmlformats.org/officeDocument/2006/relationships/customXml" Target="../ink/ink3.xml"/><Relationship Id="rId5" Type="http://schemas.openxmlformats.org/officeDocument/2006/relationships/customXml" Target="../ink/ink2.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0.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customXml" Target="../ink/ink5.xml"/><Relationship Id="rId5" Type="http://schemas.openxmlformats.org/officeDocument/2006/relationships/image" Target="../media/image19.png"/><Relationship Id="rId4" Type="http://schemas.openxmlformats.org/officeDocument/2006/relationships/customXml" Target="../ink/ink4.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11C99DC-C3C5-4EBE-91DD-345109C3D6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5B1A49B9-6795-4A9A-AAB7-DCB915F27C94}"/>
              </a:ext>
            </a:extLst>
          </p:cNvPr>
          <p:cNvSpPr>
            <a:spLocks noGrp="1"/>
          </p:cNvSpPr>
          <p:nvPr>
            <p:ph type="ctrTitle"/>
          </p:nvPr>
        </p:nvSpPr>
        <p:spPr>
          <a:xfrm>
            <a:off x="1044516" y="1076635"/>
            <a:ext cx="3930256" cy="3495365"/>
          </a:xfrm>
        </p:spPr>
        <p:txBody>
          <a:bodyPr anchor="t">
            <a:normAutofit/>
          </a:bodyPr>
          <a:lstStyle/>
          <a:p>
            <a:r>
              <a:rPr lang="fr-CH" sz="4000" dirty="0"/>
              <a:t>Projet</a:t>
            </a:r>
            <a:br>
              <a:rPr lang="fr-CH" sz="4000" dirty="0"/>
            </a:br>
            <a:r>
              <a:rPr lang="fr-CH" sz="4000" dirty="0"/>
              <a:t>Frontend</a:t>
            </a:r>
          </a:p>
        </p:txBody>
      </p:sp>
      <p:sp>
        <p:nvSpPr>
          <p:cNvPr id="3" name="Sous-titre 2">
            <a:extLst>
              <a:ext uri="{FF2B5EF4-FFF2-40B4-BE49-F238E27FC236}">
                <a16:creationId xmlns:a16="http://schemas.microsoft.com/office/drawing/2014/main" id="{11BDBA7B-B6C0-5AAC-D20E-87CEB049738D}"/>
              </a:ext>
            </a:extLst>
          </p:cNvPr>
          <p:cNvSpPr>
            <a:spLocks noGrp="1"/>
          </p:cNvSpPr>
          <p:nvPr>
            <p:ph type="subTitle" idx="1"/>
          </p:nvPr>
        </p:nvSpPr>
        <p:spPr>
          <a:xfrm>
            <a:off x="1090940" y="4525682"/>
            <a:ext cx="3638358" cy="1318124"/>
          </a:xfrm>
        </p:spPr>
        <p:txBody>
          <a:bodyPr anchor="b">
            <a:normAutofit/>
          </a:bodyPr>
          <a:lstStyle/>
          <a:p>
            <a:r>
              <a:rPr lang="fr-CH" dirty="0"/>
              <a:t>Achouri Mouldi</a:t>
            </a:r>
          </a:p>
          <a:p>
            <a:r>
              <a:rPr lang="fr-CH" dirty="0"/>
              <a:t>Varennyk Viktoriia</a:t>
            </a:r>
          </a:p>
        </p:txBody>
      </p:sp>
      <p:cxnSp>
        <p:nvCxnSpPr>
          <p:cNvPr id="11" name="Straight Connector 10">
            <a:extLst>
              <a:ext uri="{FF2B5EF4-FFF2-40B4-BE49-F238E27FC236}">
                <a16:creationId xmlns:a16="http://schemas.microsoft.com/office/drawing/2014/main" id="{B0AA360F-DECB-4836-8FB6-22C4BC3FB02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684" y="1186792"/>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AE19A489-A3A6-F8E9-65AE-513547340C44}"/>
              </a:ext>
            </a:extLst>
          </p:cNvPr>
          <p:cNvPicPr>
            <a:picLocks noChangeAspect="1"/>
          </p:cNvPicPr>
          <p:nvPr/>
        </p:nvPicPr>
        <p:blipFill>
          <a:blip r:embed="rId2"/>
          <a:srcRect l="7422" r="19661"/>
          <a:stretch>
            <a:fillRect/>
          </a:stretch>
        </p:blipFill>
        <p:spPr>
          <a:xfrm>
            <a:off x="5524500" y="1"/>
            <a:ext cx="6667501" cy="6857999"/>
          </a:xfrm>
          <a:prstGeom prst="rect">
            <a:avLst/>
          </a:prstGeom>
        </p:spPr>
      </p:pic>
    </p:spTree>
    <p:extLst>
      <p:ext uri="{BB962C8B-B14F-4D97-AF65-F5344CB8AC3E}">
        <p14:creationId xmlns:p14="http://schemas.microsoft.com/office/powerpoint/2010/main" val="1783498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1B1731-39D9-4145-8343-C209E1F09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7324EA38-5E83-5B5B-20CC-EBBAC9269CB7}"/>
              </a:ext>
            </a:extLst>
          </p:cNvPr>
          <p:cNvSpPr>
            <a:spLocks noGrp="1"/>
          </p:cNvSpPr>
          <p:nvPr>
            <p:ph type="title"/>
          </p:nvPr>
        </p:nvSpPr>
        <p:spPr>
          <a:xfrm>
            <a:off x="1091203" y="1069848"/>
            <a:ext cx="6308775" cy="2049620"/>
          </a:xfrm>
        </p:spPr>
        <p:txBody>
          <a:bodyPr>
            <a:normAutofit/>
          </a:bodyPr>
          <a:lstStyle/>
          <a:p>
            <a:r>
              <a:rPr lang="fr-CH" sz="6000"/>
              <a:t>Que fais notre projet ?</a:t>
            </a:r>
          </a:p>
        </p:txBody>
      </p:sp>
      <p:cxnSp>
        <p:nvCxnSpPr>
          <p:cNvPr id="11" name="Straight Connector 10">
            <a:extLst>
              <a:ext uri="{FF2B5EF4-FFF2-40B4-BE49-F238E27FC236}">
                <a16:creationId xmlns:a16="http://schemas.microsoft.com/office/drawing/2014/main" id="{F0748755-DDBC-46D0-91EC-1212A8EE2B4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6683"/>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Espace réservé du contenu 2">
            <a:extLst>
              <a:ext uri="{FF2B5EF4-FFF2-40B4-BE49-F238E27FC236}">
                <a16:creationId xmlns:a16="http://schemas.microsoft.com/office/drawing/2014/main" id="{B347E695-1674-5B01-1621-90B93BB06E4A}"/>
              </a:ext>
            </a:extLst>
          </p:cNvPr>
          <p:cNvSpPr>
            <a:spLocks noGrp="1"/>
          </p:cNvSpPr>
          <p:nvPr>
            <p:ph idx="1"/>
          </p:nvPr>
        </p:nvSpPr>
        <p:spPr>
          <a:xfrm>
            <a:off x="1097280" y="3180522"/>
            <a:ext cx="6223996" cy="3105978"/>
          </a:xfrm>
        </p:spPr>
        <p:txBody>
          <a:bodyPr>
            <a:normAutofit fontScale="92500"/>
          </a:bodyPr>
          <a:lstStyle/>
          <a:p>
            <a:pPr marL="0" indent="0">
              <a:buNone/>
            </a:pPr>
            <a:r>
              <a:rPr lang="fr-CH" sz="2200" dirty="0"/>
              <a:t>Notre projet consiste à concevoir une interface web réactive en utilisant Vue.js et nous utilisons l’API de film </a:t>
            </a:r>
            <a:r>
              <a:rPr lang="fr-CH" sz="2200" b="1" dirty="0" err="1"/>
              <a:t>OMDb</a:t>
            </a:r>
            <a:r>
              <a:rPr lang="fr-CH" sz="2200" dirty="0"/>
              <a:t>. Nous voulions offrir une interface fluide qui permet la recherche, le filtrage dynamique et la gestion personnalisé des films en ajoutant la possibilité d’ajouter des films en favoris et l’ajout de l’historique.</a:t>
            </a:r>
          </a:p>
        </p:txBody>
      </p:sp>
      <p:pic>
        <p:nvPicPr>
          <p:cNvPr id="5" name="Picture 4" descr="Graphique financier numérique">
            <a:extLst>
              <a:ext uri="{FF2B5EF4-FFF2-40B4-BE49-F238E27FC236}">
                <a16:creationId xmlns:a16="http://schemas.microsoft.com/office/drawing/2014/main" id="{1E4B3A49-46C5-66A6-1D05-4678F20B1BE3}"/>
              </a:ext>
            </a:extLst>
          </p:cNvPr>
          <p:cNvPicPr>
            <a:picLocks noChangeAspect="1"/>
          </p:cNvPicPr>
          <p:nvPr/>
        </p:nvPicPr>
        <p:blipFill>
          <a:blip r:embed="rId2"/>
          <a:srcRect l="42643" r="27357"/>
          <a:stretch>
            <a:fillRect/>
          </a:stretch>
        </p:blipFill>
        <p:spPr>
          <a:xfrm>
            <a:off x="8534400" y="10"/>
            <a:ext cx="3657601" cy="6857990"/>
          </a:xfrm>
          <a:prstGeom prst="rect">
            <a:avLst/>
          </a:prstGeom>
        </p:spPr>
      </p:pic>
    </p:spTree>
    <p:extLst>
      <p:ext uri="{BB962C8B-B14F-4D97-AF65-F5344CB8AC3E}">
        <p14:creationId xmlns:p14="http://schemas.microsoft.com/office/powerpoint/2010/main" val="27579276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1B1731-39D9-4145-8343-C209E1F09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C7673784-5303-2311-0EE8-CB55214B2E8E}"/>
              </a:ext>
            </a:extLst>
          </p:cNvPr>
          <p:cNvSpPr>
            <a:spLocks noGrp="1"/>
          </p:cNvSpPr>
          <p:nvPr>
            <p:ph type="title"/>
          </p:nvPr>
        </p:nvSpPr>
        <p:spPr>
          <a:xfrm>
            <a:off x="1091203" y="1069848"/>
            <a:ext cx="6308775" cy="2049620"/>
          </a:xfrm>
        </p:spPr>
        <p:txBody>
          <a:bodyPr>
            <a:normAutofit/>
          </a:bodyPr>
          <a:lstStyle/>
          <a:p>
            <a:r>
              <a:rPr lang="fr-CH" sz="6000"/>
              <a:t>Description</a:t>
            </a:r>
          </a:p>
        </p:txBody>
      </p:sp>
      <p:cxnSp>
        <p:nvCxnSpPr>
          <p:cNvPr id="11" name="Straight Connector 10">
            <a:extLst>
              <a:ext uri="{FF2B5EF4-FFF2-40B4-BE49-F238E27FC236}">
                <a16:creationId xmlns:a16="http://schemas.microsoft.com/office/drawing/2014/main" id="{F0748755-DDBC-46D0-91EC-1212A8EE2B4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6683"/>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Espace réservé du contenu 2">
            <a:extLst>
              <a:ext uri="{FF2B5EF4-FFF2-40B4-BE49-F238E27FC236}">
                <a16:creationId xmlns:a16="http://schemas.microsoft.com/office/drawing/2014/main" id="{44D28490-30B0-9FDF-4530-6A30D1135528}"/>
              </a:ext>
            </a:extLst>
          </p:cNvPr>
          <p:cNvSpPr>
            <a:spLocks noGrp="1"/>
          </p:cNvSpPr>
          <p:nvPr>
            <p:ph idx="1"/>
          </p:nvPr>
        </p:nvSpPr>
        <p:spPr>
          <a:xfrm>
            <a:off x="1097280" y="3180522"/>
            <a:ext cx="6223996" cy="3105978"/>
          </a:xfrm>
        </p:spPr>
        <p:txBody>
          <a:bodyPr>
            <a:normAutofit/>
          </a:bodyPr>
          <a:lstStyle/>
          <a:p>
            <a:r>
              <a:rPr lang="fr-CH" dirty="0"/>
              <a:t>Objectifs: Développement d’une interface web qui exploite l’API de film.</a:t>
            </a:r>
          </a:p>
          <a:p>
            <a:r>
              <a:rPr lang="fr-CH" dirty="0"/>
              <a:t>Choix de l’API: OMDB</a:t>
            </a:r>
          </a:p>
          <a:p>
            <a:r>
              <a:rPr lang="fr-CH" dirty="0"/>
              <a:t>Fonctionnalités: Recherches intelligente, favoris, historique, animations</a:t>
            </a:r>
          </a:p>
        </p:txBody>
      </p:sp>
      <p:pic>
        <p:nvPicPr>
          <p:cNvPr id="5" name="Picture 4">
            <a:extLst>
              <a:ext uri="{FF2B5EF4-FFF2-40B4-BE49-F238E27FC236}">
                <a16:creationId xmlns:a16="http://schemas.microsoft.com/office/drawing/2014/main" id="{4CE4E912-77C5-39CE-DF25-2B6BC342BE3C}"/>
              </a:ext>
            </a:extLst>
          </p:cNvPr>
          <p:cNvPicPr>
            <a:picLocks noChangeAspect="1"/>
          </p:cNvPicPr>
          <p:nvPr/>
        </p:nvPicPr>
        <p:blipFill>
          <a:blip r:embed="rId2"/>
          <a:srcRect l="7912" r="56488" b="-1"/>
          <a:stretch>
            <a:fillRect/>
          </a:stretch>
        </p:blipFill>
        <p:spPr>
          <a:xfrm>
            <a:off x="8534400" y="10"/>
            <a:ext cx="3657601" cy="6857990"/>
          </a:xfrm>
          <a:prstGeom prst="rect">
            <a:avLst/>
          </a:prstGeom>
        </p:spPr>
      </p:pic>
    </p:spTree>
    <p:extLst>
      <p:ext uri="{BB962C8B-B14F-4D97-AF65-F5344CB8AC3E}">
        <p14:creationId xmlns:p14="http://schemas.microsoft.com/office/powerpoint/2010/main" val="39761474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D8689CE0-64D2-447C-9C1F-872D111D8AC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5205"/>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511C99DC-C3C5-4EBE-91DD-345109C3D6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F9CFDBE8-5241-5617-B89D-43C510F2EC8D}"/>
              </a:ext>
            </a:extLst>
          </p:cNvPr>
          <p:cNvSpPr>
            <a:spLocks noGrp="1"/>
          </p:cNvSpPr>
          <p:nvPr>
            <p:ph type="title"/>
          </p:nvPr>
        </p:nvSpPr>
        <p:spPr>
          <a:xfrm>
            <a:off x="1044516" y="1076635"/>
            <a:ext cx="3930256" cy="650565"/>
          </a:xfrm>
        </p:spPr>
        <p:txBody>
          <a:bodyPr vert="horz" lIns="91440" tIns="45720" rIns="91440" bIns="45720" rtlCol="0" anchor="t">
            <a:normAutofit/>
          </a:bodyPr>
          <a:lstStyle/>
          <a:p>
            <a:r>
              <a:rPr lang="en-US" sz="4000" cap="all" dirty="0"/>
              <a:t>Interface</a:t>
            </a:r>
          </a:p>
        </p:txBody>
      </p:sp>
      <p:cxnSp>
        <p:nvCxnSpPr>
          <p:cNvPr id="14" name="Straight Connector 13">
            <a:extLst>
              <a:ext uri="{FF2B5EF4-FFF2-40B4-BE49-F238E27FC236}">
                <a16:creationId xmlns:a16="http://schemas.microsoft.com/office/drawing/2014/main" id="{B0AA360F-DECB-4836-8FB6-22C4BC3FB02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684" y="1186792"/>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Espace réservé du contenu 4">
            <a:extLst>
              <a:ext uri="{FF2B5EF4-FFF2-40B4-BE49-F238E27FC236}">
                <a16:creationId xmlns:a16="http://schemas.microsoft.com/office/drawing/2014/main" id="{DB60F84C-70BD-48EF-D931-470A06295CA6}"/>
              </a:ext>
            </a:extLst>
          </p:cNvPr>
          <p:cNvPicPr>
            <a:picLocks noGrp="1" noChangeAspect="1"/>
          </p:cNvPicPr>
          <p:nvPr>
            <p:ph idx="1"/>
          </p:nvPr>
        </p:nvPicPr>
        <p:blipFill>
          <a:blip r:embed="rId2"/>
          <a:stretch>
            <a:fillRect/>
          </a:stretch>
        </p:blipFill>
        <p:spPr>
          <a:xfrm>
            <a:off x="4657753" y="1000125"/>
            <a:ext cx="7534248" cy="5857875"/>
          </a:xfrm>
          <a:prstGeom prst="rect">
            <a:avLst/>
          </a:prstGeom>
        </p:spPr>
      </p:pic>
      <p:sp>
        <p:nvSpPr>
          <p:cNvPr id="6" name="ZoneTexte 5">
            <a:extLst>
              <a:ext uri="{FF2B5EF4-FFF2-40B4-BE49-F238E27FC236}">
                <a16:creationId xmlns:a16="http://schemas.microsoft.com/office/drawing/2014/main" id="{F8522277-1F83-BEAF-47EF-4B76498DE433}"/>
              </a:ext>
            </a:extLst>
          </p:cNvPr>
          <p:cNvSpPr txBox="1"/>
          <p:nvPr/>
        </p:nvSpPr>
        <p:spPr>
          <a:xfrm>
            <a:off x="796511" y="3077028"/>
            <a:ext cx="3354575" cy="2031325"/>
          </a:xfrm>
          <a:prstGeom prst="rect">
            <a:avLst/>
          </a:prstGeom>
          <a:noFill/>
        </p:spPr>
        <p:txBody>
          <a:bodyPr wrap="square" rtlCol="0">
            <a:spAutoFit/>
          </a:bodyPr>
          <a:lstStyle/>
          <a:p>
            <a:pPr marL="342900" indent="-342900">
              <a:buAutoNum type="arabicParenR"/>
            </a:pPr>
            <a:r>
              <a:rPr lang="fr-CH" dirty="0"/>
              <a:t>Zone de recherche</a:t>
            </a:r>
          </a:p>
          <a:p>
            <a:pPr marL="342900" indent="-342900">
              <a:buAutoNum type="arabicParenR"/>
            </a:pPr>
            <a:r>
              <a:rPr lang="fr-CH" dirty="0"/>
              <a:t>Catégories de recherche</a:t>
            </a:r>
          </a:p>
          <a:p>
            <a:pPr marL="342900" indent="-342900">
              <a:buAutoNum type="arabicParenR"/>
            </a:pPr>
            <a:r>
              <a:rPr lang="fr-CH" dirty="0"/>
              <a:t>Affichage des films</a:t>
            </a:r>
          </a:p>
          <a:p>
            <a:pPr marL="342900" indent="-342900">
              <a:buAutoNum type="arabicParenR"/>
            </a:pPr>
            <a:r>
              <a:rPr lang="fr-CH" dirty="0"/>
              <a:t>Historique</a:t>
            </a:r>
          </a:p>
          <a:p>
            <a:pPr marL="342900" indent="-342900">
              <a:buAutoNum type="arabicParenR"/>
            </a:pPr>
            <a:r>
              <a:rPr lang="fr-CH" dirty="0"/>
              <a:t>Favoris</a:t>
            </a:r>
          </a:p>
          <a:p>
            <a:pPr marL="342900" indent="-342900">
              <a:buAutoNum type="arabicParenR"/>
            </a:pPr>
            <a:r>
              <a:rPr lang="fr-CH" dirty="0"/>
              <a:t>Tri</a:t>
            </a:r>
          </a:p>
          <a:p>
            <a:pPr marL="342900" indent="-342900">
              <a:buAutoNum type="arabicParenR"/>
            </a:pPr>
            <a:r>
              <a:rPr lang="fr-CH" dirty="0"/>
              <a:t>Pagination</a:t>
            </a:r>
          </a:p>
        </p:txBody>
      </p:sp>
      <p:sp>
        <p:nvSpPr>
          <p:cNvPr id="13" name="Ellipse 12">
            <a:extLst>
              <a:ext uri="{FF2B5EF4-FFF2-40B4-BE49-F238E27FC236}">
                <a16:creationId xmlns:a16="http://schemas.microsoft.com/office/drawing/2014/main" id="{9858294D-FCF0-CF61-4330-93C8F0BC702D}"/>
              </a:ext>
            </a:extLst>
          </p:cNvPr>
          <p:cNvSpPr/>
          <p:nvPr/>
        </p:nvSpPr>
        <p:spPr>
          <a:xfrm>
            <a:off x="4842260" y="1361151"/>
            <a:ext cx="280086" cy="29153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H" dirty="0"/>
              <a:t>1</a:t>
            </a:r>
          </a:p>
        </p:txBody>
      </p:sp>
      <p:sp>
        <p:nvSpPr>
          <p:cNvPr id="15" name="Ellipse 14">
            <a:extLst>
              <a:ext uri="{FF2B5EF4-FFF2-40B4-BE49-F238E27FC236}">
                <a16:creationId xmlns:a16="http://schemas.microsoft.com/office/drawing/2014/main" id="{6559BB12-B063-B8D3-D025-8842CDB2999B}"/>
              </a:ext>
            </a:extLst>
          </p:cNvPr>
          <p:cNvSpPr/>
          <p:nvPr/>
        </p:nvSpPr>
        <p:spPr>
          <a:xfrm>
            <a:off x="4842260" y="1693152"/>
            <a:ext cx="280086" cy="29153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H" dirty="0"/>
              <a:t>2</a:t>
            </a:r>
          </a:p>
        </p:txBody>
      </p:sp>
      <p:sp>
        <p:nvSpPr>
          <p:cNvPr id="20" name="Ellipse 19">
            <a:extLst>
              <a:ext uri="{FF2B5EF4-FFF2-40B4-BE49-F238E27FC236}">
                <a16:creationId xmlns:a16="http://schemas.microsoft.com/office/drawing/2014/main" id="{2646FB29-AE62-7FDE-7B33-B57EC035121B}"/>
              </a:ext>
            </a:extLst>
          </p:cNvPr>
          <p:cNvSpPr/>
          <p:nvPr/>
        </p:nvSpPr>
        <p:spPr>
          <a:xfrm>
            <a:off x="4842260" y="2802963"/>
            <a:ext cx="280086" cy="29153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H" dirty="0"/>
              <a:t>3</a:t>
            </a:r>
          </a:p>
        </p:txBody>
      </p:sp>
      <p:sp>
        <p:nvSpPr>
          <p:cNvPr id="21" name="Ellipse 20">
            <a:extLst>
              <a:ext uri="{FF2B5EF4-FFF2-40B4-BE49-F238E27FC236}">
                <a16:creationId xmlns:a16="http://schemas.microsoft.com/office/drawing/2014/main" id="{D9BFA93C-7CA9-9EDF-08E9-F2B61FA677E2}"/>
              </a:ext>
            </a:extLst>
          </p:cNvPr>
          <p:cNvSpPr/>
          <p:nvPr/>
        </p:nvSpPr>
        <p:spPr>
          <a:xfrm>
            <a:off x="9023735" y="1070484"/>
            <a:ext cx="280086" cy="29153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H" dirty="0"/>
              <a:t>4</a:t>
            </a:r>
          </a:p>
        </p:txBody>
      </p:sp>
      <p:sp>
        <p:nvSpPr>
          <p:cNvPr id="22" name="Ellipse 21">
            <a:extLst>
              <a:ext uri="{FF2B5EF4-FFF2-40B4-BE49-F238E27FC236}">
                <a16:creationId xmlns:a16="http://schemas.microsoft.com/office/drawing/2014/main" id="{24F7AC24-B722-AB03-8018-696BB513CF6D}"/>
              </a:ext>
            </a:extLst>
          </p:cNvPr>
          <p:cNvSpPr/>
          <p:nvPr/>
        </p:nvSpPr>
        <p:spPr>
          <a:xfrm>
            <a:off x="9747635" y="1079395"/>
            <a:ext cx="280086" cy="29153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H" dirty="0"/>
              <a:t>5</a:t>
            </a:r>
          </a:p>
        </p:txBody>
      </p:sp>
      <p:sp>
        <p:nvSpPr>
          <p:cNvPr id="23" name="Ellipse 22">
            <a:extLst>
              <a:ext uri="{FF2B5EF4-FFF2-40B4-BE49-F238E27FC236}">
                <a16:creationId xmlns:a16="http://schemas.microsoft.com/office/drawing/2014/main" id="{20B165B7-6F03-3950-CA9D-A3F10EC78461}"/>
              </a:ext>
            </a:extLst>
          </p:cNvPr>
          <p:cNvSpPr/>
          <p:nvPr/>
        </p:nvSpPr>
        <p:spPr>
          <a:xfrm>
            <a:off x="10646164" y="1060345"/>
            <a:ext cx="280086" cy="29153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H" dirty="0"/>
              <a:t>6</a:t>
            </a:r>
          </a:p>
        </p:txBody>
      </p:sp>
      <p:sp>
        <p:nvSpPr>
          <p:cNvPr id="24" name="Ellipse 23">
            <a:extLst>
              <a:ext uri="{FF2B5EF4-FFF2-40B4-BE49-F238E27FC236}">
                <a16:creationId xmlns:a16="http://schemas.microsoft.com/office/drawing/2014/main" id="{59ED04BE-07FA-58FB-2323-2BF15EE0C0F9}"/>
              </a:ext>
            </a:extLst>
          </p:cNvPr>
          <p:cNvSpPr/>
          <p:nvPr/>
        </p:nvSpPr>
        <p:spPr>
          <a:xfrm>
            <a:off x="6617089" y="6489595"/>
            <a:ext cx="280086" cy="29153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H" dirty="0"/>
              <a:t>7</a:t>
            </a:r>
          </a:p>
        </p:txBody>
      </p:sp>
    </p:spTree>
    <p:extLst>
      <p:ext uri="{BB962C8B-B14F-4D97-AF65-F5344CB8AC3E}">
        <p14:creationId xmlns:p14="http://schemas.microsoft.com/office/powerpoint/2010/main" val="40258734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3B168A7-66FE-4359-9866-CBB841A729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28D37436-B797-F4A4-94EF-599FBAEAB541}"/>
              </a:ext>
            </a:extLst>
          </p:cNvPr>
          <p:cNvSpPr>
            <a:spLocks noGrp="1"/>
          </p:cNvSpPr>
          <p:nvPr>
            <p:ph type="title"/>
          </p:nvPr>
        </p:nvSpPr>
        <p:spPr>
          <a:xfrm>
            <a:off x="1091204" y="1091868"/>
            <a:ext cx="4147804" cy="2042160"/>
          </a:xfrm>
        </p:spPr>
        <p:txBody>
          <a:bodyPr vert="horz" lIns="91440" tIns="45720" rIns="91440" bIns="45720" rtlCol="0" anchor="t">
            <a:normAutofit/>
          </a:bodyPr>
          <a:lstStyle/>
          <a:p>
            <a:r>
              <a:rPr lang="en-US" sz="4000" b="1" kern="1200" cap="none" baseline="0">
                <a:solidFill>
                  <a:schemeClr val="tx1"/>
                </a:solidFill>
                <a:latin typeface="+mj-lt"/>
                <a:ea typeface="+mj-ea"/>
                <a:cs typeface="+mj-cs"/>
              </a:rPr>
              <a:t>Details des films</a:t>
            </a:r>
          </a:p>
        </p:txBody>
      </p:sp>
      <p:cxnSp>
        <p:nvCxnSpPr>
          <p:cNvPr id="16" name="Straight Connector 12">
            <a:extLst>
              <a:ext uri="{FF2B5EF4-FFF2-40B4-BE49-F238E27FC236}">
                <a16:creationId xmlns:a16="http://schemas.microsoft.com/office/drawing/2014/main" id="{F0748755-DDBC-46D0-91EC-1212A8EE2B4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800" y="1186344"/>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p:nvSpPr>
          <p:cNvPr id="6" name="ZoneTexte 5">
            <a:extLst>
              <a:ext uri="{FF2B5EF4-FFF2-40B4-BE49-F238E27FC236}">
                <a16:creationId xmlns:a16="http://schemas.microsoft.com/office/drawing/2014/main" id="{AEF11EBA-1EC8-491F-71AE-F2507F8FB061}"/>
              </a:ext>
            </a:extLst>
          </p:cNvPr>
          <p:cNvSpPr txBox="1"/>
          <p:nvPr/>
        </p:nvSpPr>
        <p:spPr>
          <a:xfrm>
            <a:off x="482078" y="2472779"/>
            <a:ext cx="4147804" cy="2966043"/>
          </a:xfrm>
          <a:prstGeom prst="rect">
            <a:avLst/>
          </a:prstGeom>
        </p:spPr>
        <p:txBody>
          <a:bodyPr vert="horz" lIns="91440" tIns="45720" rIns="91440" bIns="45720" rtlCol="0">
            <a:normAutofit/>
          </a:bodyPr>
          <a:lstStyle/>
          <a:p>
            <a:pPr marL="342900" indent="-228600">
              <a:lnSpc>
                <a:spcPct val="130000"/>
              </a:lnSpc>
              <a:spcAft>
                <a:spcPts val="600"/>
              </a:spcAft>
              <a:buFont typeface="Neue Haas Grotesk Text Pro" panose="020B0504020202020204" pitchFamily="34" charset="0"/>
              <a:buChar char="-"/>
            </a:pPr>
            <a:r>
              <a:rPr lang="en-US" dirty="0"/>
              <a:t>Bouton retour pour </a:t>
            </a:r>
            <a:r>
              <a:rPr lang="en-US" dirty="0" err="1"/>
              <a:t>retourner</a:t>
            </a:r>
            <a:r>
              <a:rPr lang="en-US" dirty="0"/>
              <a:t> dans la </a:t>
            </a:r>
            <a:r>
              <a:rPr lang="en-US" dirty="0" err="1"/>
              <a:t>sélection</a:t>
            </a:r>
            <a:r>
              <a:rPr lang="en-US" dirty="0"/>
              <a:t> des films</a:t>
            </a:r>
          </a:p>
          <a:p>
            <a:pPr marL="342900" indent="-228600">
              <a:lnSpc>
                <a:spcPct val="130000"/>
              </a:lnSpc>
              <a:spcAft>
                <a:spcPts val="600"/>
              </a:spcAft>
              <a:buFont typeface="Neue Haas Grotesk Text Pro" panose="020B0504020202020204" pitchFamily="34" charset="0"/>
              <a:buChar char="-"/>
            </a:pPr>
            <a:r>
              <a:rPr lang="en-US" dirty="0" err="1"/>
              <a:t>Détails</a:t>
            </a:r>
            <a:r>
              <a:rPr lang="en-US" dirty="0"/>
              <a:t> </a:t>
            </a:r>
            <a:r>
              <a:rPr lang="en-US" dirty="0" err="1"/>
              <a:t>complet</a:t>
            </a:r>
            <a:r>
              <a:rPr lang="en-US" dirty="0"/>
              <a:t> du film </a:t>
            </a:r>
            <a:r>
              <a:rPr lang="en-US" dirty="0" err="1"/>
              <a:t>séléctionné</a:t>
            </a:r>
            <a:r>
              <a:rPr lang="en-US" dirty="0"/>
              <a:t> </a:t>
            </a:r>
          </a:p>
        </p:txBody>
      </p:sp>
      <p:pic>
        <p:nvPicPr>
          <p:cNvPr id="5" name="Espace réservé du contenu 4">
            <a:extLst>
              <a:ext uri="{FF2B5EF4-FFF2-40B4-BE49-F238E27FC236}">
                <a16:creationId xmlns:a16="http://schemas.microsoft.com/office/drawing/2014/main" id="{17A6C64A-8948-E61F-6EB0-5C7C9957A692}"/>
              </a:ext>
            </a:extLst>
          </p:cNvPr>
          <p:cNvPicPr>
            <a:picLocks noGrp="1" noChangeAspect="1"/>
          </p:cNvPicPr>
          <p:nvPr>
            <p:ph idx="1"/>
          </p:nvPr>
        </p:nvPicPr>
        <p:blipFill>
          <a:blip r:embed="rId2"/>
          <a:stretch>
            <a:fillRect/>
          </a:stretch>
        </p:blipFill>
        <p:spPr>
          <a:xfrm>
            <a:off x="5111960" y="1438172"/>
            <a:ext cx="7037650" cy="4257778"/>
          </a:xfrm>
          <a:prstGeom prst="rect">
            <a:avLst/>
          </a:prstGeom>
        </p:spPr>
      </p:pic>
    </p:spTree>
    <p:extLst>
      <p:ext uri="{BB962C8B-B14F-4D97-AF65-F5344CB8AC3E}">
        <p14:creationId xmlns:p14="http://schemas.microsoft.com/office/powerpoint/2010/main" val="11082089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EA2CD13-9FA4-077B-A9D3-427DF1A93F0B}"/>
              </a:ext>
            </a:extLst>
          </p:cNvPr>
          <p:cNvSpPr>
            <a:spLocks noGrp="1"/>
          </p:cNvSpPr>
          <p:nvPr>
            <p:ph type="title"/>
          </p:nvPr>
        </p:nvSpPr>
        <p:spPr/>
        <p:txBody>
          <a:bodyPr/>
          <a:lstStyle/>
          <a:p>
            <a:r>
              <a:rPr lang="fr-CH" dirty="0"/>
              <a:t>Catégories</a:t>
            </a:r>
            <a:br>
              <a:rPr lang="fr-CH" dirty="0"/>
            </a:br>
            <a:r>
              <a:rPr lang="fr-CH" dirty="0"/>
              <a:t>1/2</a:t>
            </a:r>
          </a:p>
        </p:txBody>
      </p:sp>
      <p:pic>
        <p:nvPicPr>
          <p:cNvPr id="5" name="Espace réservé du contenu 4">
            <a:extLst>
              <a:ext uri="{FF2B5EF4-FFF2-40B4-BE49-F238E27FC236}">
                <a16:creationId xmlns:a16="http://schemas.microsoft.com/office/drawing/2014/main" id="{060F5D68-809D-E202-BA23-3DF9E6AA5A1A}"/>
              </a:ext>
            </a:extLst>
          </p:cNvPr>
          <p:cNvPicPr>
            <a:picLocks noGrp="1" noChangeAspect="1"/>
          </p:cNvPicPr>
          <p:nvPr>
            <p:ph idx="1"/>
          </p:nvPr>
        </p:nvPicPr>
        <p:blipFill>
          <a:blip r:embed="rId2"/>
          <a:stretch>
            <a:fillRect/>
          </a:stretch>
        </p:blipFill>
        <p:spPr>
          <a:xfrm>
            <a:off x="4856493" y="3429000"/>
            <a:ext cx="7335507" cy="3429000"/>
          </a:xfrm>
          <a:prstGeom prst="rect">
            <a:avLst/>
          </a:prstGeom>
        </p:spPr>
      </p:pic>
      <p:pic>
        <p:nvPicPr>
          <p:cNvPr id="7" name="Image 6">
            <a:extLst>
              <a:ext uri="{FF2B5EF4-FFF2-40B4-BE49-F238E27FC236}">
                <a16:creationId xmlns:a16="http://schemas.microsoft.com/office/drawing/2014/main" id="{4BEF1ADE-0330-0827-EB69-4CFA33F279F6}"/>
              </a:ext>
            </a:extLst>
          </p:cNvPr>
          <p:cNvPicPr>
            <a:picLocks noChangeAspect="1"/>
          </p:cNvPicPr>
          <p:nvPr/>
        </p:nvPicPr>
        <p:blipFill>
          <a:blip r:embed="rId3"/>
          <a:stretch>
            <a:fillRect/>
          </a:stretch>
        </p:blipFill>
        <p:spPr>
          <a:xfrm>
            <a:off x="4856493" y="0"/>
            <a:ext cx="7332292" cy="3429000"/>
          </a:xfrm>
          <a:prstGeom prst="rect">
            <a:avLst/>
          </a:prstGeom>
        </p:spPr>
      </p:pic>
      <p:sp>
        <p:nvSpPr>
          <p:cNvPr id="8" name="ZoneTexte 7">
            <a:extLst>
              <a:ext uri="{FF2B5EF4-FFF2-40B4-BE49-F238E27FC236}">
                <a16:creationId xmlns:a16="http://schemas.microsoft.com/office/drawing/2014/main" id="{A50AB959-2A86-EA4A-5288-4D048A262F25}"/>
              </a:ext>
            </a:extLst>
          </p:cNvPr>
          <p:cNvSpPr txBox="1"/>
          <p:nvPr/>
        </p:nvSpPr>
        <p:spPr>
          <a:xfrm>
            <a:off x="551543" y="3429000"/>
            <a:ext cx="3773714" cy="646331"/>
          </a:xfrm>
          <a:prstGeom prst="rect">
            <a:avLst/>
          </a:prstGeom>
          <a:noFill/>
        </p:spPr>
        <p:txBody>
          <a:bodyPr wrap="square" rtlCol="0">
            <a:spAutoFit/>
          </a:bodyPr>
          <a:lstStyle/>
          <a:p>
            <a:r>
              <a:rPr lang="fr-CH" dirty="0"/>
              <a:t>Le choix de films filtre la sélection de films/séries</a:t>
            </a:r>
          </a:p>
        </p:txBody>
      </p:sp>
    </p:spTree>
    <p:extLst>
      <p:ext uri="{BB962C8B-B14F-4D97-AF65-F5344CB8AC3E}">
        <p14:creationId xmlns:p14="http://schemas.microsoft.com/office/powerpoint/2010/main" val="1729853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9A89126-FD8F-D06E-9532-D0C7BBC655CB}"/>
              </a:ext>
            </a:extLst>
          </p:cNvPr>
          <p:cNvSpPr>
            <a:spLocks noGrp="1"/>
          </p:cNvSpPr>
          <p:nvPr>
            <p:ph type="title"/>
          </p:nvPr>
        </p:nvSpPr>
        <p:spPr/>
        <p:txBody>
          <a:bodyPr/>
          <a:lstStyle/>
          <a:p>
            <a:r>
              <a:rPr lang="fr-CH"/>
              <a:t>Catégories</a:t>
            </a:r>
            <a:br>
              <a:rPr lang="fr-CH"/>
            </a:br>
            <a:r>
              <a:rPr lang="fr-CH"/>
              <a:t>2/2</a:t>
            </a:r>
            <a:endParaRPr lang="fr-CH" dirty="0"/>
          </a:p>
        </p:txBody>
      </p:sp>
      <p:pic>
        <p:nvPicPr>
          <p:cNvPr id="5" name="Espace réservé du contenu 4">
            <a:extLst>
              <a:ext uri="{FF2B5EF4-FFF2-40B4-BE49-F238E27FC236}">
                <a16:creationId xmlns:a16="http://schemas.microsoft.com/office/drawing/2014/main" id="{7034FC58-A41E-E257-63A8-6B5F7BA50F2D}"/>
              </a:ext>
            </a:extLst>
          </p:cNvPr>
          <p:cNvPicPr>
            <a:picLocks noGrp="1" noChangeAspect="1"/>
          </p:cNvPicPr>
          <p:nvPr>
            <p:ph idx="1"/>
          </p:nvPr>
        </p:nvPicPr>
        <p:blipFill>
          <a:blip r:embed="rId2"/>
          <a:stretch>
            <a:fillRect/>
          </a:stretch>
        </p:blipFill>
        <p:spPr>
          <a:xfrm>
            <a:off x="6472669" y="2084954"/>
            <a:ext cx="5719331" cy="3321544"/>
          </a:xfrm>
          <a:prstGeom prst="rect">
            <a:avLst/>
          </a:prstGeom>
        </p:spPr>
      </p:pic>
      <p:sp>
        <p:nvSpPr>
          <p:cNvPr id="6" name="ZoneTexte 5">
            <a:extLst>
              <a:ext uri="{FF2B5EF4-FFF2-40B4-BE49-F238E27FC236}">
                <a16:creationId xmlns:a16="http://schemas.microsoft.com/office/drawing/2014/main" id="{5FE75E64-B7EA-F7EE-04A9-42F160214678}"/>
              </a:ext>
            </a:extLst>
          </p:cNvPr>
          <p:cNvSpPr txBox="1"/>
          <p:nvPr/>
        </p:nvSpPr>
        <p:spPr>
          <a:xfrm>
            <a:off x="362857" y="3091543"/>
            <a:ext cx="3817257" cy="1200329"/>
          </a:xfrm>
          <a:prstGeom prst="rect">
            <a:avLst/>
          </a:prstGeom>
          <a:noFill/>
        </p:spPr>
        <p:txBody>
          <a:bodyPr wrap="square" rtlCol="0">
            <a:spAutoFit/>
          </a:bodyPr>
          <a:lstStyle/>
          <a:p>
            <a:r>
              <a:rPr lang="fr-CH"/>
              <a:t>Il y a aussi une phrase qui informe lorsque la recherche ne trouve pas le film/série/épisode recherché</a:t>
            </a:r>
            <a:endParaRPr lang="fr-CH" dirty="0"/>
          </a:p>
        </p:txBody>
      </p:sp>
      <p:pic>
        <p:nvPicPr>
          <p:cNvPr id="8" name="Image 7">
            <a:extLst>
              <a:ext uri="{FF2B5EF4-FFF2-40B4-BE49-F238E27FC236}">
                <a16:creationId xmlns:a16="http://schemas.microsoft.com/office/drawing/2014/main" id="{8966A92E-B6A5-908E-CA06-39217C84E3A4}"/>
              </a:ext>
            </a:extLst>
          </p:cNvPr>
          <p:cNvPicPr>
            <a:picLocks noChangeAspect="1"/>
          </p:cNvPicPr>
          <p:nvPr/>
        </p:nvPicPr>
        <p:blipFill>
          <a:blip r:embed="rId3"/>
          <a:stretch>
            <a:fillRect/>
          </a:stretch>
        </p:blipFill>
        <p:spPr>
          <a:xfrm>
            <a:off x="3729468" y="5406498"/>
            <a:ext cx="8462532" cy="1451502"/>
          </a:xfrm>
          <a:prstGeom prst="rect">
            <a:avLst/>
          </a:prstGeom>
        </p:spPr>
      </p:pic>
    </p:spTree>
    <p:extLst>
      <p:ext uri="{BB962C8B-B14F-4D97-AF65-F5344CB8AC3E}">
        <p14:creationId xmlns:p14="http://schemas.microsoft.com/office/powerpoint/2010/main" val="28326141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F86F92-D8FC-E02C-1167-3D8C26771AE5}"/>
              </a:ext>
            </a:extLst>
          </p:cNvPr>
          <p:cNvSpPr>
            <a:spLocks noGrp="1"/>
          </p:cNvSpPr>
          <p:nvPr>
            <p:ph type="title"/>
          </p:nvPr>
        </p:nvSpPr>
        <p:spPr/>
        <p:txBody>
          <a:bodyPr/>
          <a:lstStyle/>
          <a:p>
            <a:r>
              <a:rPr lang="fr-CH"/>
              <a:t>Historique</a:t>
            </a:r>
            <a:endParaRPr lang="fr-CH" dirty="0"/>
          </a:p>
        </p:txBody>
      </p:sp>
      <p:pic>
        <p:nvPicPr>
          <p:cNvPr id="5" name="Espace réservé du contenu 4">
            <a:extLst>
              <a:ext uri="{FF2B5EF4-FFF2-40B4-BE49-F238E27FC236}">
                <a16:creationId xmlns:a16="http://schemas.microsoft.com/office/drawing/2014/main" id="{39D7CA2A-D8E6-C4A0-704B-0596D93B5471}"/>
              </a:ext>
            </a:extLst>
          </p:cNvPr>
          <p:cNvPicPr>
            <a:picLocks noGrp="1" noChangeAspect="1"/>
          </p:cNvPicPr>
          <p:nvPr>
            <p:ph idx="1"/>
          </p:nvPr>
        </p:nvPicPr>
        <p:blipFill>
          <a:blip r:embed="rId2"/>
          <a:stretch>
            <a:fillRect/>
          </a:stretch>
        </p:blipFill>
        <p:spPr>
          <a:xfrm>
            <a:off x="3794760" y="1920241"/>
            <a:ext cx="8397240" cy="4937760"/>
          </a:xfrm>
          <a:prstGeom prst="rect">
            <a:avLst/>
          </a:prstGeom>
        </p:spPr>
      </p:pic>
      <p:sp>
        <p:nvSpPr>
          <p:cNvPr id="6" name="ZoneTexte 5">
            <a:extLst>
              <a:ext uri="{FF2B5EF4-FFF2-40B4-BE49-F238E27FC236}">
                <a16:creationId xmlns:a16="http://schemas.microsoft.com/office/drawing/2014/main" id="{F7B873CC-4EAF-3204-DCF3-E677F860043D}"/>
              </a:ext>
            </a:extLst>
          </p:cNvPr>
          <p:cNvSpPr txBox="1"/>
          <p:nvPr/>
        </p:nvSpPr>
        <p:spPr>
          <a:xfrm>
            <a:off x="219456" y="2384473"/>
            <a:ext cx="2706624" cy="2123658"/>
          </a:xfrm>
          <a:prstGeom prst="rect">
            <a:avLst/>
          </a:prstGeom>
          <a:noFill/>
        </p:spPr>
        <p:txBody>
          <a:bodyPr wrap="square" rtlCol="0">
            <a:spAutoFit/>
          </a:bodyPr>
          <a:lstStyle/>
          <a:p>
            <a:r>
              <a:rPr lang="fr-CH" sz="2200" dirty="0"/>
              <a:t>Liste des historiques des films consultés.</a:t>
            </a:r>
            <a:br>
              <a:rPr lang="fr-CH" sz="2200" dirty="0"/>
            </a:br>
            <a:r>
              <a:rPr lang="fr-CH" sz="2200" dirty="0"/>
              <a:t>La liste va du plus récent au plus ancien.</a:t>
            </a:r>
          </a:p>
        </p:txBody>
      </p:sp>
    </p:spTree>
    <p:extLst>
      <p:ext uri="{BB962C8B-B14F-4D97-AF65-F5344CB8AC3E}">
        <p14:creationId xmlns:p14="http://schemas.microsoft.com/office/powerpoint/2010/main" val="33620300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2AA58C9-664C-6942-41D1-101B855C143F}"/>
              </a:ext>
            </a:extLst>
          </p:cNvPr>
          <p:cNvSpPr>
            <a:spLocks noGrp="1"/>
          </p:cNvSpPr>
          <p:nvPr>
            <p:ph type="title"/>
          </p:nvPr>
        </p:nvSpPr>
        <p:spPr/>
        <p:txBody>
          <a:bodyPr/>
          <a:lstStyle/>
          <a:p>
            <a:r>
              <a:rPr lang="fr-CH" dirty="0"/>
              <a:t>Favoris 1/2</a:t>
            </a:r>
          </a:p>
        </p:txBody>
      </p:sp>
      <p:sp>
        <p:nvSpPr>
          <p:cNvPr id="3" name="Espace réservé du contenu 2">
            <a:extLst>
              <a:ext uri="{FF2B5EF4-FFF2-40B4-BE49-F238E27FC236}">
                <a16:creationId xmlns:a16="http://schemas.microsoft.com/office/drawing/2014/main" id="{B8B0CEF5-A151-435C-5CBE-9C3FED284DB1}"/>
              </a:ext>
            </a:extLst>
          </p:cNvPr>
          <p:cNvSpPr>
            <a:spLocks noGrp="1"/>
          </p:cNvSpPr>
          <p:nvPr>
            <p:ph idx="1"/>
          </p:nvPr>
        </p:nvSpPr>
        <p:spPr>
          <a:xfrm>
            <a:off x="1088136" y="2447778"/>
            <a:ext cx="2187815" cy="3838722"/>
          </a:xfrm>
        </p:spPr>
        <p:txBody>
          <a:bodyPr/>
          <a:lstStyle/>
          <a:p>
            <a:r>
              <a:rPr lang="fr-CH" dirty="0"/>
              <a:t>Les films favoris sont visibles dans la page dédié ‘favoris’</a:t>
            </a:r>
          </a:p>
        </p:txBody>
      </p:sp>
      <p:pic>
        <p:nvPicPr>
          <p:cNvPr id="5" name="Image 4">
            <a:extLst>
              <a:ext uri="{FF2B5EF4-FFF2-40B4-BE49-F238E27FC236}">
                <a16:creationId xmlns:a16="http://schemas.microsoft.com/office/drawing/2014/main" id="{AE114F6E-9CFD-1F2D-A638-E41C81168379}"/>
              </a:ext>
            </a:extLst>
          </p:cNvPr>
          <p:cNvPicPr>
            <a:picLocks noChangeAspect="1"/>
          </p:cNvPicPr>
          <p:nvPr/>
        </p:nvPicPr>
        <p:blipFill>
          <a:blip r:embed="rId2"/>
          <a:stretch>
            <a:fillRect/>
          </a:stretch>
        </p:blipFill>
        <p:spPr>
          <a:xfrm>
            <a:off x="4123944" y="2195813"/>
            <a:ext cx="8068056" cy="4662187"/>
          </a:xfrm>
          <a:prstGeom prst="rect">
            <a:avLst/>
          </a:prstGeom>
        </p:spPr>
      </p:pic>
    </p:spTree>
    <p:extLst>
      <p:ext uri="{BB962C8B-B14F-4D97-AF65-F5344CB8AC3E}">
        <p14:creationId xmlns:p14="http://schemas.microsoft.com/office/powerpoint/2010/main" val="3834225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A894FF8-5C36-0DE9-9D56-B8E9D6739D26}"/>
              </a:ext>
            </a:extLst>
          </p:cNvPr>
          <p:cNvSpPr>
            <a:spLocks noGrp="1"/>
          </p:cNvSpPr>
          <p:nvPr>
            <p:ph type="title"/>
          </p:nvPr>
        </p:nvSpPr>
        <p:spPr/>
        <p:txBody>
          <a:bodyPr/>
          <a:lstStyle/>
          <a:p>
            <a:r>
              <a:rPr lang="fr-CH" dirty="0"/>
              <a:t>Favoris 2/2</a:t>
            </a:r>
          </a:p>
        </p:txBody>
      </p:sp>
      <p:pic>
        <p:nvPicPr>
          <p:cNvPr id="5" name="Espace réservé du contenu 4">
            <a:extLst>
              <a:ext uri="{FF2B5EF4-FFF2-40B4-BE49-F238E27FC236}">
                <a16:creationId xmlns:a16="http://schemas.microsoft.com/office/drawing/2014/main" id="{BB551672-4BD6-27C8-1FFF-16B84CC23DCD}"/>
              </a:ext>
            </a:extLst>
          </p:cNvPr>
          <p:cNvPicPr>
            <a:picLocks noGrp="1" noChangeAspect="1"/>
          </p:cNvPicPr>
          <p:nvPr>
            <p:ph idx="1"/>
          </p:nvPr>
        </p:nvPicPr>
        <p:blipFill>
          <a:blip r:embed="rId2"/>
          <a:stretch>
            <a:fillRect/>
          </a:stretch>
        </p:blipFill>
        <p:spPr>
          <a:xfrm>
            <a:off x="16747" y="1929180"/>
            <a:ext cx="3391373" cy="4828395"/>
          </a:xfrm>
          <a:prstGeom prst="rect">
            <a:avLst/>
          </a:prstGeom>
        </p:spPr>
      </p:pic>
      <p:pic>
        <p:nvPicPr>
          <p:cNvPr id="7" name="Image 6">
            <a:extLst>
              <a:ext uri="{FF2B5EF4-FFF2-40B4-BE49-F238E27FC236}">
                <a16:creationId xmlns:a16="http://schemas.microsoft.com/office/drawing/2014/main" id="{ADCBA16A-17B5-DA4B-9840-6BFFCECA3A8D}"/>
              </a:ext>
            </a:extLst>
          </p:cNvPr>
          <p:cNvPicPr>
            <a:picLocks noChangeAspect="1"/>
          </p:cNvPicPr>
          <p:nvPr/>
        </p:nvPicPr>
        <p:blipFill>
          <a:blip r:embed="rId3"/>
          <a:stretch>
            <a:fillRect/>
          </a:stretch>
        </p:blipFill>
        <p:spPr>
          <a:xfrm>
            <a:off x="8800627" y="2028151"/>
            <a:ext cx="3391373" cy="4829849"/>
          </a:xfrm>
          <a:prstGeom prst="rect">
            <a:avLst/>
          </a:prstGeom>
        </p:spPr>
      </p:pic>
      <p:sp>
        <p:nvSpPr>
          <p:cNvPr id="8" name="ZoneTexte 7">
            <a:extLst>
              <a:ext uri="{FF2B5EF4-FFF2-40B4-BE49-F238E27FC236}">
                <a16:creationId xmlns:a16="http://schemas.microsoft.com/office/drawing/2014/main" id="{51A49310-CE50-B5B4-41A4-A489E62C23E3}"/>
              </a:ext>
            </a:extLst>
          </p:cNvPr>
          <p:cNvSpPr txBox="1"/>
          <p:nvPr/>
        </p:nvSpPr>
        <p:spPr>
          <a:xfrm>
            <a:off x="3911600" y="2209800"/>
            <a:ext cx="4572000" cy="1200329"/>
          </a:xfrm>
          <a:prstGeom prst="rect">
            <a:avLst/>
          </a:prstGeom>
          <a:noFill/>
        </p:spPr>
        <p:txBody>
          <a:bodyPr wrap="square" rtlCol="0">
            <a:spAutoFit/>
          </a:bodyPr>
          <a:lstStyle/>
          <a:p>
            <a:r>
              <a:rPr lang="fr-CH" dirty="0"/>
              <a:t>Le film mis en favoris aura le cœur en rouge.</a:t>
            </a:r>
          </a:p>
          <a:p>
            <a:r>
              <a:rPr lang="fr-CH" dirty="0"/>
              <a:t>Le film pas mis en favoris aura lui le cœur gris</a:t>
            </a:r>
          </a:p>
        </p:txBody>
      </p:sp>
    </p:spTree>
    <p:extLst>
      <p:ext uri="{BB962C8B-B14F-4D97-AF65-F5344CB8AC3E}">
        <p14:creationId xmlns:p14="http://schemas.microsoft.com/office/powerpoint/2010/main" val="36163860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7C83D30-A511-FE0D-0599-DA3483983115}"/>
              </a:ext>
            </a:extLst>
          </p:cNvPr>
          <p:cNvSpPr>
            <a:spLocks noGrp="1"/>
          </p:cNvSpPr>
          <p:nvPr>
            <p:ph type="title"/>
          </p:nvPr>
        </p:nvSpPr>
        <p:spPr/>
        <p:txBody>
          <a:bodyPr/>
          <a:lstStyle/>
          <a:p>
            <a:r>
              <a:rPr lang="fr-CH" dirty="0"/>
              <a:t>Animations 1/2</a:t>
            </a:r>
          </a:p>
        </p:txBody>
      </p:sp>
      <p:pic>
        <p:nvPicPr>
          <p:cNvPr id="5" name="Espace réservé du contenu 4">
            <a:extLst>
              <a:ext uri="{FF2B5EF4-FFF2-40B4-BE49-F238E27FC236}">
                <a16:creationId xmlns:a16="http://schemas.microsoft.com/office/drawing/2014/main" id="{1B813977-5047-2A78-1151-0FF13CF08442}"/>
              </a:ext>
            </a:extLst>
          </p:cNvPr>
          <p:cNvPicPr>
            <a:picLocks noGrp="1" noChangeAspect="1"/>
          </p:cNvPicPr>
          <p:nvPr>
            <p:ph idx="1"/>
          </p:nvPr>
        </p:nvPicPr>
        <p:blipFill>
          <a:blip r:embed="rId2"/>
          <a:stretch>
            <a:fillRect/>
          </a:stretch>
        </p:blipFill>
        <p:spPr>
          <a:xfrm>
            <a:off x="4334256" y="1987323"/>
            <a:ext cx="7857744" cy="4832830"/>
          </a:xfrm>
          <a:prstGeom prst="rect">
            <a:avLst/>
          </a:prstGeom>
        </p:spPr>
      </p:pic>
      <p:sp>
        <p:nvSpPr>
          <p:cNvPr id="6" name="ZoneTexte 5">
            <a:extLst>
              <a:ext uri="{FF2B5EF4-FFF2-40B4-BE49-F238E27FC236}">
                <a16:creationId xmlns:a16="http://schemas.microsoft.com/office/drawing/2014/main" id="{15C03FE6-DD1C-B1BF-47A3-BFCF5A50878F}"/>
              </a:ext>
            </a:extLst>
          </p:cNvPr>
          <p:cNvSpPr txBox="1"/>
          <p:nvPr/>
        </p:nvSpPr>
        <p:spPr>
          <a:xfrm>
            <a:off x="402336" y="2384473"/>
            <a:ext cx="3602736" cy="2123658"/>
          </a:xfrm>
          <a:prstGeom prst="rect">
            <a:avLst/>
          </a:prstGeom>
          <a:noFill/>
        </p:spPr>
        <p:txBody>
          <a:bodyPr wrap="square" rtlCol="0">
            <a:spAutoFit/>
          </a:bodyPr>
          <a:lstStyle/>
          <a:p>
            <a:r>
              <a:rPr lang="fr-CH" sz="2200" dirty="0"/>
              <a:t>Lorsque l’on passe la souris sur une affiche, le film en question sera surélevé et de l’ombre sera ajouté derrière l’affiche.</a:t>
            </a:r>
          </a:p>
        </p:txBody>
      </p:sp>
    </p:spTree>
    <p:extLst>
      <p:ext uri="{BB962C8B-B14F-4D97-AF65-F5344CB8AC3E}">
        <p14:creationId xmlns:p14="http://schemas.microsoft.com/office/powerpoint/2010/main" val="13192437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AA7B833-6BF4-0967-029E-FCEE865B4B40}"/>
              </a:ext>
            </a:extLst>
          </p:cNvPr>
          <p:cNvSpPr>
            <a:spLocks noGrp="1"/>
          </p:cNvSpPr>
          <p:nvPr>
            <p:ph type="title"/>
          </p:nvPr>
        </p:nvSpPr>
        <p:spPr/>
        <p:txBody>
          <a:bodyPr/>
          <a:lstStyle/>
          <a:p>
            <a:r>
              <a:rPr lang="fr-CH" dirty="0"/>
              <a:t>Animation 2/2</a:t>
            </a:r>
          </a:p>
        </p:txBody>
      </p:sp>
      <p:pic>
        <p:nvPicPr>
          <p:cNvPr id="5" name="Espace réservé du contenu 4" descr="Une image contenant texte, capture d’écran&#10;&#10;Le contenu généré par l’IA peut être incorrect.">
            <a:extLst>
              <a:ext uri="{FF2B5EF4-FFF2-40B4-BE49-F238E27FC236}">
                <a16:creationId xmlns:a16="http://schemas.microsoft.com/office/drawing/2014/main" id="{9FB21925-C6E5-2A57-2988-EF5DB2CF3B9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030746" y="1234731"/>
            <a:ext cx="4161254" cy="3534216"/>
          </a:xfrm>
        </p:spPr>
      </p:pic>
      <p:sp>
        <p:nvSpPr>
          <p:cNvPr id="6" name="ZoneTexte 5">
            <a:extLst>
              <a:ext uri="{FF2B5EF4-FFF2-40B4-BE49-F238E27FC236}">
                <a16:creationId xmlns:a16="http://schemas.microsoft.com/office/drawing/2014/main" id="{DA4B3731-02C7-23BC-E4C6-65FF104540C0}"/>
              </a:ext>
            </a:extLst>
          </p:cNvPr>
          <p:cNvSpPr txBox="1"/>
          <p:nvPr/>
        </p:nvSpPr>
        <p:spPr>
          <a:xfrm>
            <a:off x="1088137" y="2616591"/>
            <a:ext cx="5007864" cy="646331"/>
          </a:xfrm>
          <a:prstGeom prst="rect">
            <a:avLst/>
          </a:prstGeom>
          <a:noFill/>
        </p:spPr>
        <p:txBody>
          <a:bodyPr wrap="square" rtlCol="0">
            <a:spAutoFit/>
          </a:bodyPr>
          <a:lstStyle/>
          <a:p>
            <a:r>
              <a:rPr lang="fr-CH" dirty="0"/>
              <a:t>Une animation a été ajouté pour le bouton de favoris pour améliorer l’expérience utilisateur</a:t>
            </a:r>
          </a:p>
        </p:txBody>
      </p:sp>
      <mc:AlternateContent xmlns:mc="http://schemas.openxmlformats.org/markup-compatibility/2006">
        <mc:Choice xmlns:p14="http://schemas.microsoft.com/office/powerpoint/2010/main" Requires="p14">
          <p:contentPart p14:bwMode="auto" r:id="rId3">
            <p14:nvContentPartPr>
              <p14:cNvPr id="7" name="Encre 6">
                <a:extLst>
                  <a:ext uri="{FF2B5EF4-FFF2-40B4-BE49-F238E27FC236}">
                    <a16:creationId xmlns:a16="http://schemas.microsoft.com/office/drawing/2014/main" id="{CD11017B-3DEF-6332-FD57-E072C2FE4D6C}"/>
                  </a:ext>
                </a:extLst>
              </p14:cNvPr>
              <p14:cNvContentPartPr/>
              <p14:nvPr/>
            </p14:nvContentPartPr>
            <p14:xfrm>
              <a:off x="10077360" y="3124005"/>
              <a:ext cx="360" cy="360"/>
            </p14:xfrm>
          </p:contentPart>
        </mc:Choice>
        <mc:Fallback>
          <p:pic>
            <p:nvPicPr>
              <p:cNvPr id="7" name="Encre 6">
                <a:extLst>
                  <a:ext uri="{FF2B5EF4-FFF2-40B4-BE49-F238E27FC236}">
                    <a16:creationId xmlns:a16="http://schemas.microsoft.com/office/drawing/2014/main" id="{CD11017B-3DEF-6332-FD57-E072C2FE4D6C}"/>
                  </a:ext>
                </a:extLst>
              </p:cNvPr>
              <p:cNvPicPr/>
              <p:nvPr/>
            </p:nvPicPr>
            <p:blipFill>
              <a:blip r:embed="rId4"/>
              <a:stretch>
                <a:fillRect/>
              </a:stretch>
            </p:blipFill>
            <p:spPr>
              <a:xfrm>
                <a:off x="10071240" y="3117885"/>
                <a:ext cx="12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8" name="Encre 7">
                <a:extLst>
                  <a:ext uri="{FF2B5EF4-FFF2-40B4-BE49-F238E27FC236}">
                    <a16:creationId xmlns:a16="http://schemas.microsoft.com/office/drawing/2014/main" id="{37200DDC-B516-82CA-5C63-3D2EAF669E85}"/>
                  </a:ext>
                </a:extLst>
              </p14:cNvPr>
              <p14:cNvContentPartPr/>
              <p14:nvPr/>
            </p14:nvContentPartPr>
            <p14:xfrm>
              <a:off x="10124880" y="2981085"/>
              <a:ext cx="360" cy="360"/>
            </p14:xfrm>
          </p:contentPart>
        </mc:Choice>
        <mc:Fallback>
          <p:pic>
            <p:nvPicPr>
              <p:cNvPr id="8" name="Encre 7">
                <a:extLst>
                  <a:ext uri="{FF2B5EF4-FFF2-40B4-BE49-F238E27FC236}">
                    <a16:creationId xmlns:a16="http://schemas.microsoft.com/office/drawing/2014/main" id="{37200DDC-B516-82CA-5C63-3D2EAF669E85}"/>
                  </a:ext>
                </a:extLst>
              </p:cNvPr>
              <p:cNvPicPr/>
              <p:nvPr/>
            </p:nvPicPr>
            <p:blipFill>
              <a:blip r:embed="rId4"/>
              <a:stretch>
                <a:fillRect/>
              </a:stretch>
            </p:blipFill>
            <p:spPr>
              <a:xfrm>
                <a:off x="10118760" y="2974965"/>
                <a:ext cx="12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9" name="Encre 8">
                <a:extLst>
                  <a:ext uri="{FF2B5EF4-FFF2-40B4-BE49-F238E27FC236}">
                    <a16:creationId xmlns:a16="http://schemas.microsoft.com/office/drawing/2014/main" id="{EF841C8C-BB42-DBFC-F010-955DC21E37C1}"/>
                  </a:ext>
                </a:extLst>
              </p14:cNvPr>
              <p14:cNvContentPartPr/>
              <p14:nvPr/>
            </p14:nvContentPartPr>
            <p14:xfrm>
              <a:off x="10191480" y="3085845"/>
              <a:ext cx="360" cy="360"/>
            </p14:xfrm>
          </p:contentPart>
        </mc:Choice>
        <mc:Fallback>
          <p:pic>
            <p:nvPicPr>
              <p:cNvPr id="9" name="Encre 8">
                <a:extLst>
                  <a:ext uri="{FF2B5EF4-FFF2-40B4-BE49-F238E27FC236}">
                    <a16:creationId xmlns:a16="http://schemas.microsoft.com/office/drawing/2014/main" id="{EF841C8C-BB42-DBFC-F010-955DC21E37C1}"/>
                  </a:ext>
                </a:extLst>
              </p:cNvPr>
              <p:cNvPicPr/>
              <p:nvPr/>
            </p:nvPicPr>
            <p:blipFill>
              <a:blip r:embed="rId4"/>
              <a:stretch>
                <a:fillRect/>
              </a:stretch>
            </p:blipFill>
            <p:spPr>
              <a:xfrm>
                <a:off x="10185360" y="3079725"/>
                <a:ext cx="12600" cy="12600"/>
              </a:xfrm>
              <a:prstGeom prst="rect">
                <a:avLst/>
              </a:prstGeom>
            </p:spPr>
          </p:pic>
        </mc:Fallback>
      </mc:AlternateContent>
    </p:spTree>
    <p:extLst>
      <p:ext uri="{BB962C8B-B14F-4D97-AF65-F5344CB8AC3E}">
        <p14:creationId xmlns:p14="http://schemas.microsoft.com/office/powerpoint/2010/main" val="39319020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6619BAE-36E7-1472-069E-60F5B97008E0}"/>
              </a:ext>
            </a:extLst>
          </p:cNvPr>
          <p:cNvSpPr>
            <a:spLocks noGrp="1"/>
          </p:cNvSpPr>
          <p:nvPr>
            <p:ph type="title"/>
          </p:nvPr>
        </p:nvSpPr>
        <p:spPr/>
        <p:txBody>
          <a:bodyPr/>
          <a:lstStyle/>
          <a:p>
            <a:r>
              <a:rPr lang="fr-CH" dirty="0"/>
              <a:t>Tri 1/2</a:t>
            </a:r>
          </a:p>
        </p:txBody>
      </p:sp>
      <p:pic>
        <p:nvPicPr>
          <p:cNvPr id="5" name="Image 4">
            <a:extLst>
              <a:ext uri="{FF2B5EF4-FFF2-40B4-BE49-F238E27FC236}">
                <a16:creationId xmlns:a16="http://schemas.microsoft.com/office/drawing/2014/main" id="{1E7F3F3C-0F52-ABAD-9306-28A9A42AC18D}"/>
              </a:ext>
            </a:extLst>
          </p:cNvPr>
          <p:cNvPicPr>
            <a:picLocks noChangeAspect="1"/>
          </p:cNvPicPr>
          <p:nvPr/>
        </p:nvPicPr>
        <p:blipFill>
          <a:blip r:embed="rId2"/>
          <a:stretch>
            <a:fillRect/>
          </a:stretch>
        </p:blipFill>
        <p:spPr>
          <a:xfrm>
            <a:off x="6267450" y="0"/>
            <a:ext cx="5924550" cy="3429000"/>
          </a:xfrm>
          <a:prstGeom prst="rect">
            <a:avLst/>
          </a:prstGeom>
        </p:spPr>
      </p:pic>
      <p:pic>
        <p:nvPicPr>
          <p:cNvPr id="7" name="Image 6">
            <a:extLst>
              <a:ext uri="{FF2B5EF4-FFF2-40B4-BE49-F238E27FC236}">
                <a16:creationId xmlns:a16="http://schemas.microsoft.com/office/drawing/2014/main" id="{ACF4040E-8AC7-DE27-7E5B-8D09BA2A7DC0}"/>
              </a:ext>
            </a:extLst>
          </p:cNvPr>
          <p:cNvPicPr>
            <a:picLocks noChangeAspect="1"/>
          </p:cNvPicPr>
          <p:nvPr/>
        </p:nvPicPr>
        <p:blipFill>
          <a:blip r:embed="rId3"/>
          <a:stretch>
            <a:fillRect/>
          </a:stretch>
        </p:blipFill>
        <p:spPr>
          <a:xfrm>
            <a:off x="6267450" y="3429000"/>
            <a:ext cx="5924550" cy="3429000"/>
          </a:xfrm>
          <a:prstGeom prst="rect">
            <a:avLst/>
          </a:prstGeom>
        </p:spPr>
      </p:pic>
      <mc:AlternateContent xmlns:mc="http://schemas.openxmlformats.org/markup-compatibility/2006">
        <mc:Choice xmlns:p14="http://schemas.microsoft.com/office/powerpoint/2010/main" Requires="p14">
          <p:contentPart p14:bwMode="auto" r:id="rId4">
            <p14:nvContentPartPr>
              <p14:cNvPr id="10" name="Encre 9">
                <a:extLst>
                  <a:ext uri="{FF2B5EF4-FFF2-40B4-BE49-F238E27FC236}">
                    <a16:creationId xmlns:a16="http://schemas.microsoft.com/office/drawing/2014/main" id="{09AD07FC-537C-00AB-50E8-39F199D7B430}"/>
                  </a:ext>
                </a:extLst>
              </p14:cNvPr>
              <p14:cNvContentPartPr/>
              <p14:nvPr/>
            </p14:nvContentPartPr>
            <p14:xfrm>
              <a:off x="9010320" y="3694605"/>
              <a:ext cx="803160" cy="48240"/>
            </p14:xfrm>
          </p:contentPart>
        </mc:Choice>
        <mc:Fallback>
          <p:pic>
            <p:nvPicPr>
              <p:cNvPr id="10" name="Encre 9">
                <a:extLst>
                  <a:ext uri="{FF2B5EF4-FFF2-40B4-BE49-F238E27FC236}">
                    <a16:creationId xmlns:a16="http://schemas.microsoft.com/office/drawing/2014/main" id="{09AD07FC-537C-00AB-50E8-39F199D7B430}"/>
                  </a:ext>
                </a:extLst>
              </p:cNvPr>
              <p:cNvPicPr/>
              <p:nvPr/>
            </p:nvPicPr>
            <p:blipFill>
              <a:blip r:embed="rId5"/>
              <a:stretch>
                <a:fillRect/>
              </a:stretch>
            </p:blipFill>
            <p:spPr>
              <a:xfrm>
                <a:off x="9004200" y="3688485"/>
                <a:ext cx="815400" cy="6048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11" name="Encre 10">
                <a:extLst>
                  <a:ext uri="{FF2B5EF4-FFF2-40B4-BE49-F238E27FC236}">
                    <a16:creationId xmlns:a16="http://schemas.microsoft.com/office/drawing/2014/main" id="{E1700B8D-A1EB-8972-206A-52A27C121EE6}"/>
                  </a:ext>
                </a:extLst>
              </p14:cNvPr>
              <p14:cNvContentPartPr/>
              <p14:nvPr/>
            </p14:nvContentPartPr>
            <p14:xfrm>
              <a:off x="9267720" y="237165"/>
              <a:ext cx="805320" cy="48960"/>
            </p14:xfrm>
          </p:contentPart>
        </mc:Choice>
        <mc:Fallback>
          <p:pic>
            <p:nvPicPr>
              <p:cNvPr id="11" name="Encre 10">
                <a:extLst>
                  <a:ext uri="{FF2B5EF4-FFF2-40B4-BE49-F238E27FC236}">
                    <a16:creationId xmlns:a16="http://schemas.microsoft.com/office/drawing/2014/main" id="{E1700B8D-A1EB-8972-206A-52A27C121EE6}"/>
                  </a:ext>
                </a:extLst>
              </p:cNvPr>
              <p:cNvPicPr/>
              <p:nvPr/>
            </p:nvPicPr>
            <p:blipFill>
              <a:blip r:embed="rId7"/>
              <a:stretch>
                <a:fillRect/>
              </a:stretch>
            </p:blipFill>
            <p:spPr>
              <a:xfrm>
                <a:off x="9261600" y="231045"/>
                <a:ext cx="817560" cy="61200"/>
              </a:xfrm>
              <a:prstGeom prst="rect">
                <a:avLst/>
              </a:prstGeom>
            </p:spPr>
          </p:pic>
        </mc:Fallback>
      </mc:AlternateContent>
      <p:sp>
        <p:nvSpPr>
          <p:cNvPr id="12" name="ZoneTexte 11">
            <a:extLst>
              <a:ext uri="{FF2B5EF4-FFF2-40B4-BE49-F238E27FC236}">
                <a16:creationId xmlns:a16="http://schemas.microsoft.com/office/drawing/2014/main" id="{21E1528D-7928-68F8-074F-856359F8F859}"/>
              </a:ext>
            </a:extLst>
          </p:cNvPr>
          <p:cNvSpPr txBox="1"/>
          <p:nvPr/>
        </p:nvSpPr>
        <p:spPr>
          <a:xfrm>
            <a:off x="476250" y="2247900"/>
            <a:ext cx="2714625" cy="2123658"/>
          </a:xfrm>
          <a:prstGeom prst="rect">
            <a:avLst/>
          </a:prstGeom>
          <a:noFill/>
        </p:spPr>
        <p:txBody>
          <a:bodyPr wrap="square" rtlCol="0">
            <a:spAutoFit/>
          </a:bodyPr>
          <a:lstStyle/>
          <a:p>
            <a:r>
              <a:rPr lang="fr-CH" sz="2200" dirty="0"/>
              <a:t>Nous avons décidé de trier les films selon leur date du plus récent au plus ancien et inversement</a:t>
            </a:r>
          </a:p>
        </p:txBody>
      </p:sp>
    </p:spTree>
    <p:extLst>
      <p:ext uri="{BB962C8B-B14F-4D97-AF65-F5344CB8AC3E}">
        <p14:creationId xmlns:p14="http://schemas.microsoft.com/office/powerpoint/2010/main" val="31048979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DE866F4-BDF7-94B9-8839-352DFEE20EA5}"/>
              </a:ext>
            </a:extLst>
          </p:cNvPr>
          <p:cNvSpPr>
            <a:spLocks noGrp="1"/>
          </p:cNvSpPr>
          <p:nvPr>
            <p:ph type="title"/>
          </p:nvPr>
        </p:nvSpPr>
        <p:spPr/>
        <p:txBody>
          <a:bodyPr/>
          <a:lstStyle/>
          <a:p>
            <a:r>
              <a:rPr lang="fr-CH" dirty="0"/>
              <a:t>Tri 2/2</a:t>
            </a:r>
          </a:p>
        </p:txBody>
      </p:sp>
      <p:pic>
        <p:nvPicPr>
          <p:cNvPr id="5" name="Espace réservé du contenu 4">
            <a:extLst>
              <a:ext uri="{FF2B5EF4-FFF2-40B4-BE49-F238E27FC236}">
                <a16:creationId xmlns:a16="http://schemas.microsoft.com/office/drawing/2014/main" id="{EB73D29C-0650-03C1-5EFA-5F2ED631AFAF}"/>
              </a:ext>
            </a:extLst>
          </p:cNvPr>
          <p:cNvPicPr>
            <a:picLocks noGrp="1" noChangeAspect="1"/>
          </p:cNvPicPr>
          <p:nvPr>
            <p:ph idx="1"/>
          </p:nvPr>
        </p:nvPicPr>
        <p:blipFill>
          <a:blip r:embed="rId2"/>
          <a:stretch>
            <a:fillRect/>
          </a:stretch>
        </p:blipFill>
        <p:spPr>
          <a:xfrm>
            <a:off x="6886732" y="1"/>
            <a:ext cx="5305268" cy="3429000"/>
          </a:xfrm>
          <a:prstGeom prst="rect">
            <a:avLst/>
          </a:prstGeom>
        </p:spPr>
      </p:pic>
      <p:pic>
        <p:nvPicPr>
          <p:cNvPr id="7" name="Image 6">
            <a:extLst>
              <a:ext uri="{FF2B5EF4-FFF2-40B4-BE49-F238E27FC236}">
                <a16:creationId xmlns:a16="http://schemas.microsoft.com/office/drawing/2014/main" id="{B52D4CC8-97FC-2616-4582-5484EAC76E8A}"/>
              </a:ext>
            </a:extLst>
          </p:cNvPr>
          <p:cNvPicPr>
            <a:picLocks noChangeAspect="1"/>
          </p:cNvPicPr>
          <p:nvPr/>
        </p:nvPicPr>
        <p:blipFill>
          <a:blip r:embed="rId3"/>
          <a:stretch>
            <a:fillRect/>
          </a:stretch>
        </p:blipFill>
        <p:spPr>
          <a:xfrm>
            <a:off x="6886732" y="3429000"/>
            <a:ext cx="5305267" cy="3429000"/>
          </a:xfrm>
          <a:prstGeom prst="rect">
            <a:avLst/>
          </a:prstGeom>
        </p:spPr>
      </p:pic>
      <p:sp>
        <p:nvSpPr>
          <p:cNvPr id="8" name="ZoneTexte 7">
            <a:extLst>
              <a:ext uri="{FF2B5EF4-FFF2-40B4-BE49-F238E27FC236}">
                <a16:creationId xmlns:a16="http://schemas.microsoft.com/office/drawing/2014/main" id="{C894CBAE-AA57-B235-BDC9-F95524D7793D}"/>
              </a:ext>
            </a:extLst>
          </p:cNvPr>
          <p:cNvSpPr txBox="1"/>
          <p:nvPr/>
        </p:nvSpPr>
        <p:spPr>
          <a:xfrm>
            <a:off x="438150" y="2384473"/>
            <a:ext cx="2438400" cy="1446550"/>
          </a:xfrm>
          <a:prstGeom prst="rect">
            <a:avLst/>
          </a:prstGeom>
          <a:noFill/>
        </p:spPr>
        <p:txBody>
          <a:bodyPr wrap="square" rtlCol="0">
            <a:spAutoFit/>
          </a:bodyPr>
          <a:lstStyle/>
          <a:p>
            <a:r>
              <a:rPr lang="fr-CH" sz="2200" dirty="0"/>
              <a:t>Puis de les trier par ordre alphabétique et inversement</a:t>
            </a:r>
          </a:p>
        </p:txBody>
      </p:sp>
    </p:spTree>
    <p:extLst>
      <p:ext uri="{BB962C8B-B14F-4D97-AF65-F5344CB8AC3E}">
        <p14:creationId xmlns:p14="http://schemas.microsoft.com/office/powerpoint/2010/main" val="1010087799"/>
      </p:ext>
    </p:extLst>
  </p:cSld>
  <p:clrMapOvr>
    <a:masterClrMapping/>
  </p:clrMapOvr>
</p:sld>
</file>

<file path=ppt/theme/theme1.xml><?xml version="1.0" encoding="utf-8"?>
<a:theme xmlns:a="http://schemas.openxmlformats.org/drawingml/2006/main" name="BjornVTI">
  <a:themeElements>
    <a:clrScheme name="Bjorn">
      <a:dk1>
        <a:sysClr val="windowText" lastClr="000000"/>
      </a:dk1>
      <a:lt1>
        <a:sysClr val="window" lastClr="FFFFFF"/>
      </a:lt1>
      <a:dk2>
        <a:srgbClr val="252747"/>
      </a:dk2>
      <a:lt2>
        <a:srgbClr val="ECE4E9"/>
      </a:lt2>
      <a:accent1>
        <a:srgbClr val="736EB6"/>
      </a:accent1>
      <a:accent2>
        <a:srgbClr val="AB5991"/>
      </a:accent2>
      <a:accent3>
        <a:srgbClr val="AC9F39"/>
      </a:accent3>
      <a:accent4>
        <a:srgbClr val="756029"/>
      </a:accent4>
      <a:accent5>
        <a:srgbClr val="E87850"/>
      </a:accent5>
      <a:accent6>
        <a:srgbClr val="C6922A"/>
      </a:accent6>
      <a:hlink>
        <a:srgbClr val="736EB6"/>
      </a:hlink>
      <a:folHlink>
        <a:srgbClr val="AB5991"/>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jornVTI" id="{D01443FD-65CF-4AEF-9B9D-4466C96F9785}" vid="{36EF4262-385E-40E6-B073-FB18FD98BF4C}"/>
    </a:ext>
  </a:extLst>
</a:theme>
</file>

<file path=docProps/app.xml><?xml version="1.0" encoding="utf-8"?>
<Properties xmlns="http://schemas.openxmlformats.org/officeDocument/2006/extended-properties" xmlns:vt="http://schemas.openxmlformats.org/officeDocument/2006/docPropsVTypes">
  <TotalTime>122</TotalTime>
  <Words>301</Words>
  <Application>Microsoft Office PowerPoint</Application>
  <PresentationFormat>Grand écran</PresentationFormat>
  <Paragraphs>46</Paragraphs>
  <Slides>14</Slides>
  <Notes>0</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14</vt:i4>
      </vt:variant>
    </vt:vector>
  </HeadingPairs>
  <TitlesOfParts>
    <vt:vector size="17" baseType="lpstr">
      <vt:lpstr>Arial</vt:lpstr>
      <vt:lpstr>Neue Haas Grotesk Text Pro</vt:lpstr>
      <vt:lpstr>BjornVTI</vt:lpstr>
      <vt:lpstr>Projet Frontend</vt:lpstr>
      <vt:lpstr>Que fais notre projet ?</vt:lpstr>
      <vt:lpstr>Description</vt:lpstr>
      <vt:lpstr>Interface</vt:lpstr>
      <vt:lpstr>Details des films</vt:lpstr>
      <vt:lpstr>Catégories 1/2</vt:lpstr>
      <vt:lpstr>Catégories 2/2</vt:lpstr>
      <vt:lpstr>Historique</vt:lpstr>
      <vt:lpstr>Favoris 1/2</vt:lpstr>
      <vt:lpstr>Favoris 2/2</vt:lpstr>
      <vt:lpstr>Animations 1/2</vt:lpstr>
      <vt:lpstr>Animation 2/2</vt:lpstr>
      <vt:lpstr>Tri 1/2</vt:lpstr>
      <vt:lpstr>Tri 2/2</vt:lpstr>
    </vt:vector>
  </TitlesOfParts>
  <Company>CPNV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Mouldi Achouri</dc:creator>
  <cp:lastModifiedBy>Mouldi Achouri</cp:lastModifiedBy>
  <cp:revision>1</cp:revision>
  <dcterms:created xsi:type="dcterms:W3CDTF">2026-01-05T12:58:05Z</dcterms:created>
  <dcterms:modified xsi:type="dcterms:W3CDTF">2026-01-05T15:00:10Z</dcterms:modified>
</cp:coreProperties>
</file>